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64AE"/>
    <a:srgbClr val="9658B3"/>
    <a:srgbClr val="CC3C32"/>
    <a:srgbClr val="389825"/>
    <a:srgbClr val="1F24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417"/>
    <p:restoredTop sz="94729"/>
  </p:normalViewPr>
  <p:slideViewPr>
    <p:cSldViewPr snapToGrid="0">
      <p:cViewPr>
        <p:scale>
          <a:sx n="100" d="100"/>
          <a:sy n="100" d="100"/>
        </p:scale>
        <p:origin x="424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51F8F-9030-9646-AD2C-858C082CAE81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90C7FB-AA9B-F44A-9245-0D7A27989F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71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0C7FB-AA9B-F44A-9245-0D7A27989F7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340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068C4-3A8C-8847-F1C1-F30E479932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68247B-C5B3-86BD-2CCC-19129D690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39DC0-7A05-26D9-D4EE-A6A84126B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11C0-0F96-EF47-8528-1B3470021959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C876E-7178-8155-B671-7E45AB0F5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8A4FA-58BC-E696-C02F-545A5298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436AD-80B3-7D4A-9226-0AA55DEA3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018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6690A-C83D-1757-9155-3745F987F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AC9F3-F723-5362-6EA4-00294C88A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01ACB-C872-93C5-E395-BED40753C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11C0-0F96-EF47-8528-1B3470021959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A6186-E1C2-EA54-44FE-360B90C68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0CE8D-DB04-C03E-E9B1-C36989169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436AD-80B3-7D4A-9226-0AA55DEA3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353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30D98-C360-079A-6F1A-1963A678B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D81DA-B76C-78FC-2E74-793A4D40D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98E18-E153-716C-C1AC-D390302FC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11C0-0F96-EF47-8528-1B3470021959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CC1D8-4FBD-EBF2-4C81-CEEB754FA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B46BC-1D5F-4AD7-5B25-10622C258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436AD-80B3-7D4A-9226-0AA55DEA3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576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B0722-FF95-7F8A-ADA5-F61725AA9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97971-55D1-A1D8-FA36-0AA11C2BF3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4981AC-9190-ABCA-57D2-96128DC80D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6A517A-90A4-F04B-8AF1-053BD41F9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11C0-0F96-EF47-8528-1B3470021959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DDA92-0C3B-A09F-3ABF-37CBFB5A1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AD72E4-DD92-FECF-8D32-D57ADFB16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436AD-80B3-7D4A-9226-0AA55DEA3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911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1C5B-059A-5D3C-2FC7-77276EE27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D0F881-D9FB-C02B-2FB2-771259AE8C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26A9E2-B41A-1188-C5DC-1031AE6E10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C64737-478B-48DB-7530-A0135F1BB7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268962-5B77-5A2D-EDBE-97F37925B6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460CFE-F447-6B52-3BAC-B85078D54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11C0-0F96-EF47-8528-1B3470021959}" type="datetimeFigureOut">
              <a:rPr lang="en-US" smtClean="0"/>
              <a:t>5/7/26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659A50-B918-A3DF-86B8-25F619F54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5F5828-7ECF-88C7-F8BB-651ADB71F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436AD-80B3-7D4A-9226-0AA55DEA3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547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C0B42-4210-28E7-FA91-69247BD50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9D981F-C147-CF2F-E1B2-F264BF49D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11C0-0F96-EF47-8528-1B3470021959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084313-108F-E1F7-6C7A-F5C716F97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E3CCA-189E-9578-6970-3E47EECF4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436AD-80B3-7D4A-9226-0AA55DEA3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420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AB342E-F03C-5A54-9FF9-6A6953C08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11C0-0F96-EF47-8528-1B3470021959}" type="datetimeFigureOut">
              <a:rPr lang="en-US" smtClean="0"/>
              <a:t>5/7/26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F44725-15B7-7FC3-3669-F10375DBA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DEA93-7F53-06B9-95A5-B811463B0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436AD-80B3-7D4A-9226-0AA55DEA3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83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2A145-AD26-E8E0-C031-06AE30362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E2CAD-E723-4A4C-5C65-755398549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46B292-CE6D-B498-6404-60980B1093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57C574-8D11-B212-0320-3664B41C1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11C0-0F96-EF47-8528-1B3470021959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378089-6928-0471-6A22-F107ADB23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2B2BD-721E-822E-A4E2-7999E65EC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436AD-80B3-7D4A-9226-0AA55DEA3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797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EA7A6-8EA8-2E91-6977-224B7F8BB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ACCAB0-207C-F03B-B69B-21E76EE139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9A7824-59EE-4EA4-3681-2872BA8E57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C7E9B9-0E67-C6A7-1442-65C23055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11C0-0F96-EF47-8528-1B3470021959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FAF689-5390-6AF7-07AC-1BDA0111B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120B1-ACF7-2A48-495C-6690046F2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436AD-80B3-7D4A-9226-0AA55DEA3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321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52D3B-5212-F1E9-8F6B-C7F9EB02E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CE4759-B285-E0AA-A87B-70D05E502A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BAB05-4C8F-C2A4-BBF1-2A91DD7A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11C0-0F96-EF47-8528-1B3470021959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B8875-BFF9-2104-0417-C32D1B4C2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D5A8B-8F4D-6877-EF8B-982BB8A41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436AD-80B3-7D4A-9226-0AA55DEA3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909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D24714-C4E5-1423-9137-516A1DB584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8679B1-B508-9C0A-76AA-FB7639DF25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592C5-0111-95BB-AAC5-42561C0B1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611C0-0F96-EF47-8528-1B3470021959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379A9-EFC6-A8A1-E2FF-9D0B63C35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0D7747-1ABD-D48C-1D38-C44E6C60E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436AD-80B3-7D4A-9226-0AA55DEA3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055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5B6685-C6E6-BD1D-E61A-915BFF4C1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CEF118-73DD-6315-B413-4AE0EDBE26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70114-F243-132D-57C2-8351E867B5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8611C0-0F96-EF47-8528-1B3470021959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B48B2-D2E4-A4F4-9FF6-821140CFEF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50FE5-E09A-C536-02CB-CCEEB3B93F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436AD-80B3-7D4A-9226-0AA55DEA3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60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69D48-C0A0-AD5A-C4DA-CA946B91F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A3A71FE1-F7C0-A74B-7B3A-22B10E9E3731}"/>
              </a:ext>
            </a:extLst>
          </p:cNvPr>
          <p:cNvSpPr txBox="1"/>
          <p:nvPr/>
        </p:nvSpPr>
        <p:spPr>
          <a:xfrm>
            <a:off x="1050127" y="1950494"/>
            <a:ext cx="897877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latin typeface="JuliaMono Black" panose="020B0609060300020004" pitchFamily="49" charset="-127"/>
                <a:ea typeface="JuliaMono Black" panose="020B0609060300020004" pitchFamily="49" charset="-127"/>
                <a:cs typeface="JuliaMono Black" panose="020B0609060300020004" pitchFamily="49" charset="-127"/>
              </a:rPr>
              <a:t>Pourfecto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4CCDF9D-AD3D-F73A-9B28-D3239A4027D4}"/>
              </a:ext>
            </a:extLst>
          </p:cNvPr>
          <p:cNvGrpSpPr/>
          <p:nvPr/>
        </p:nvGrpSpPr>
        <p:grpSpPr>
          <a:xfrm>
            <a:off x="7740950" y="2625229"/>
            <a:ext cx="3200400" cy="2286000"/>
            <a:chOff x="5723906" y="1662544"/>
            <a:chExt cx="3200400" cy="2286000"/>
          </a:xfrm>
          <a:noFill/>
          <a:scene3d>
            <a:camera prst="isometricBottomDown"/>
            <a:lightRig rig="threePt" dir="t"/>
          </a:scene3d>
        </p:grpSpPr>
        <p:sp>
          <p:nvSpPr>
            <p:cNvPr id="3" name="Snip Single Corner Rectangle 2">
              <a:extLst>
                <a:ext uri="{FF2B5EF4-FFF2-40B4-BE49-F238E27FC236}">
                  <a16:creationId xmlns:a16="http://schemas.microsoft.com/office/drawing/2014/main" id="{32DF242A-BF53-1CBD-00D0-05E69B2C6892}"/>
                </a:ext>
              </a:extLst>
            </p:cNvPr>
            <p:cNvSpPr/>
            <p:nvPr/>
          </p:nvSpPr>
          <p:spPr>
            <a:xfrm flipH="1">
              <a:off x="5723906" y="1662544"/>
              <a:ext cx="3200400" cy="2286000"/>
            </a:xfrm>
            <a:prstGeom prst="snip1Rect">
              <a:avLst>
                <a:gd name="adj" fmla="val 13031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3EEE4D8D-90CB-9CE8-4FBB-B98BB844BE3E}"/>
                </a:ext>
              </a:extLst>
            </p:cNvPr>
            <p:cNvSpPr/>
            <p:nvPr/>
          </p:nvSpPr>
          <p:spPr>
            <a:xfrm>
              <a:off x="5890162" y="1911928"/>
              <a:ext cx="783771" cy="748145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C15369B-2B43-70FC-4FD6-9DF4125FA6A3}"/>
                </a:ext>
              </a:extLst>
            </p:cNvPr>
            <p:cNvSpPr/>
            <p:nvPr/>
          </p:nvSpPr>
          <p:spPr>
            <a:xfrm>
              <a:off x="6932219" y="1922317"/>
              <a:ext cx="783771" cy="748145"/>
            </a:xfrm>
            <a:prstGeom prst="ellipse">
              <a:avLst/>
            </a:prstGeom>
            <a:solidFill>
              <a:srgbClr val="389825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B5DB1CC-A851-B5A8-8884-37A56FF26D59}"/>
                </a:ext>
              </a:extLst>
            </p:cNvPr>
            <p:cNvSpPr/>
            <p:nvPr/>
          </p:nvSpPr>
          <p:spPr>
            <a:xfrm>
              <a:off x="7974277" y="1911927"/>
              <a:ext cx="783771" cy="748145"/>
            </a:xfrm>
            <a:prstGeom prst="ellipse">
              <a:avLst/>
            </a:prstGeom>
            <a:solidFill>
              <a:srgbClr val="9658B3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10E93AD-9D3D-550E-124B-B0A29C153255}"/>
                </a:ext>
              </a:extLst>
            </p:cNvPr>
            <p:cNvSpPr/>
            <p:nvPr/>
          </p:nvSpPr>
          <p:spPr>
            <a:xfrm>
              <a:off x="5890161" y="2930236"/>
              <a:ext cx="783771" cy="748145"/>
            </a:xfrm>
            <a:prstGeom prst="ellipse">
              <a:avLst/>
            </a:prstGeom>
            <a:solidFill>
              <a:srgbClr val="4D64AE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8979401-B4B7-2B79-A20A-0C5A2CDFFCB8}"/>
                </a:ext>
              </a:extLst>
            </p:cNvPr>
            <p:cNvSpPr/>
            <p:nvPr/>
          </p:nvSpPr>
          <p:spPr>
            <a:xfrm>
              <a:off x="6932219" y="2930235"/>
              <a:ext cx="783771" cy="748145"/>
            </a:xfrm>
            <a:prstGeom prst="ellipse">
              <a:avLst/>
            </a:prstGeom>
            <a:solidFill>
              <a:srgbClr val="CC3C3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61DE70F-2CA9-6833-5EF9-1F5969BFA797}"/>
                </a:ext>
              </a:extLst>
            </p:cNvPr>
            <p:cNvSpPr/>
            <p:nvPr/>
          </p:nvSpPr>
          <p:spPr>
            <a:xfrm>
              <a:off x="7974277" y="2930235"/>
              <a:ext cx="783771" cy="748145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29CBCC3-13F4-8381-7C0F-BB29B137676C}"/>
              </a:ext>
            </a:extLst>
          </p:cNvPr>
          <p:cNvGrpSpPr/>
          <p:nvPr/>
        </p:nvGrpSpPr>
        <p:grpSpPr>
          <a:xfrm>
            <a:off x="8074399" y="2069394"/>
            <a:ext cx="342900" cy="1171314"/>
            <a:chOff x="7220190" y="2203190"/>
            <a:chExt cx="342900" cy="1171314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76D40B51-BAE2-3384-DF3C-3F1161B7CF44}"/>
                </a:ext>
              </a:extLst>
            </p:cNvPr>
            <p:cNvGrpSpPr/>
            <p:nvPr/>
          </p:nvGrpSpPr>
          <p:grpSpPr>
            <a:xfrm>
              <a:off x="7220190" y="2203190"/>
              <a:ext cx="342900" cy="748145"/>
              <a:chOff x="5274869" y="1797626"/>
              <a:chExt cx="342900" cy="990105"/>
            </a:xfrm>
          </p:grpSpPr>
          <p:sp>
            <p:nvSpPr>
              <p:cNvPr id="19" name="Trapezoid 18">
                <a:extLst>
                  <a:ext uri="{FF2B5EF4-FFF2-40B4-BE49-F238E27FC236}">
                    <a16:creationId xmlns:a16="http://schemas.microsoft.com/office/drawing/2014/main" id="{FF26713F-6F5A-B2CD-3CF9-427E0CA61672}"/>
                  </a:ext>
                </a:extLst>
              </p:cNvPr>
              <p:cNvSpPr/>
              <p:nvPr/>
            </p:nvSpPr>
            <p:spPr>
              <a:xfrm rot="10800000">
                <a:off x="5274869" y="1805047"/>
                <a:ext cx="342900" cy="982684"/>
              </a:xfrm>
              <a:prstGeom prst="trapezoid">
                <a:avLst>
                  <a:gd name="adj" fmla="val 40689"/>
                </a:avLst>
              </a:prstGeom>
              <a:solidFill>
                <a:srgbClr val="4D64A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Trapezoid 20">
                <a:extLst>
                  <a:ext uri="{FF2B5EF4-FFF2-40B4-BE49-F238E27FC236}">
                    <a16:creationId xmlns:a16="http://schemas.microsoft.com/office/drawing/2014/main" id="{A0CE3BD6-D092-6F44-D921-AC61352A5DF4}"/>
                  </a:ext>
                </a:extLst>
              </p:cNvPr>
              <p:cNvSpPr/>
              <p:nvPr/>
            </p:nvSpPr>
            <p:spPr>
              <a:xfrm rot="10800000">
                <a:off x="5281452" y="1797626"/>
                <a:ext cx="329184" cy="727363"/>
              </a:xfrm>
              <a:prstGeom prst="trapezoid">
                <a:avLst>
                  <a:gd name="adj" fmla="val 40689"/>
                </a:avLst>
              </a:prstGeom>
              <a:solidFill>
                <a:srgbClr val="4D64A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" name="Teardrop 22">
              <a:extLst>
                <a:ext uri="{FF2B5EF4-FFF2-40B4-BE49-F238E27FC236}">
                  <a16:creationId xmlns:a16="http://schemas.microsoft.com/office/drawing/2014/main" id="{1D44088F-F7DC-0755-5153-204DC7312E75}"/>
                </a:ext>
              </a:extLst>
            </p:cNvPr>
            <p:cNvSpPr/>
            <p:nvPr/>
          </p:nvSpPr>
          <p:spPr>
            <a:xfrm rot="18987425">
              <a:off x="7277340" y="3145904"/>
              <a:ext cx="228600" cy="228600"/>
            </a:xfrm>
            <a:prstGeom prst="teardrop">
              <a:avLst>
                <a:gd name="adj" fmla="val 136111"/>
              </a:avLst>
            </a:prstGeom>
            <a:solidFill>
              <a:srgbClr val="4D64AE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85810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4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797488-45D1-5871-15A0-EA25FF096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A7F90C4D-2643-8DD2-1EA1-202E53F05236}"/>
              </a:ext>
            </a:extLst>
          </p:cNvPr>
          <p:cNvSpPr txBox="1"/>
          <p:nvPr/>
        </p:nvSpPr>
        <p:spPr>
          <a:xfrm>
            <a:off x="1050127" y="1950494"/>
            <a:ext cx="897877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chemeClr val="bg1"/>
                </a:solidFill>
                <a:latin typeface="JuliaMono Black" panose="020B0609060300020004" pitchFamily="49" charset="-127"/>
                <a:ea typeface="JuliaMono Black" panose="020B0609060300020004" pitchFamily="49" charset="-127"/>
                <a:cs typeface="JuliaMono Black" panose="020B0609060300020004" pitchFamily="49" charset="-127"/>
              </a:rPr>
              <a:t>Pourfecto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0AFDAF8-52FE-D5DD-AEE2-E50CA1E9AC8D}"/>
              </a:ext>
            </a:extLst>
          </p:cNvPr>
          <p:cNvGrpSpPr/>
          <p:nvPr/>
        </p:nvGrpSpPr>
        <p:grpSpPr>
          <a:xfrm>
            <a:off x="7740950" y="2625229"/>
            <a:ext cx="3200400" cy="2286000"/>
            <a:chOff x="5723906" y="1662544"/>
            <a:chExt cx="3200400" cy="2286000"/>
          </a:xfrm>
          <a:noFill/>
          <a:scene3d>
            <a:camera prst="isometricBottomDown"/>
            <a:lightRig rig="threePt" dir="t"/>
          </a:scene3d>
        </p:grpSpPr>
        <p:sp>
          <p:nvSpPr>
            <p:cNvPr id="17" name="Snip Single Corner Rectangle 16">
              <a:extLst>
                <a:ext uri="{FF2B5EF4-FFF2-40B4-BE49-F238E27FC236}">
                  <a16:creationId xmlns:a16="http://schemas.microsoft.com/office/drawing/2014/main" id="{1333AE8B-29A9-F56A-2271-EA75EB8D1F2F}"/>
                </a:ext>
              </a:extLst>
            </p:cNvPr>
            <p:cNvSpPr/>
            <p:nvPr/>
          </p:nvSpPr>
          <p:spPr>
            <a:xfrm flipH="1">
              <a:off x="5723906" y="1662544"/>
              <a:ext cx="3200400" cy="2286000"/>
            </a:xfrm>
            <a:prstGeom prst="snip1Rect">
              <a:avLst>
                <a:gd name="adj" fmla="val 13031"/>
              </a:avLst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12F34D1-56D7-2CDF-54D7-88E4AFFC9794}"/>
                </a:ext>
              </a:extLst>
            </p:cNvPr>
            <p:cNvSpPr/>
            <p:nvPr/>
          </p:nvSpPr>
          <p:spPr>
            <a:xfrm>
              <a:off x="5890162" y="1911928"/>
              <a:ext cx="783771" cy="748145"/>
            </a:xfrm>
            <a:prstGeom prst="ellips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F5851D7-C7EE-DEFF-0115-C8B9F00F3A68}"/>
                </a:ext>
              </a:extLst>
            </p:cNvPr>
            <p:cNvSpPr/>
            <p:nvPr/>
          </p:nvSpPr>
          <p:spPr>
            <a:xfrm>
              <a:off x="6932219" y="1922317"/>
              <a:ext cx="783771" cy="748145"/>
            </a:xfrm>
            <a:prstGeom prst="ellipse">
              <a:avLst/>
            </a:prstGeom>
            <a:solidFill>
              <a:srgbClr val="389825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5B1DE38-B7AD-AD24-0781-373E8DDBC776}"/>
                </a:ext>
              </a:extLst>
            </p:cNvPr>
            <p:cNvSpPr/>
            <p:nvPr/>
          </p:nvSpPr>
          <p:spPr>
            <a:xfrm>
              <a:off x="7974277" y="1911927"/>
              <a:ext cx="783771" cy="748145"/>
            </a:xfrm>
            <a:prstGeom prst="ellipse">
              <a:avLst/>
            </a:prstGeom>
            <a:solidFill>
              <a:srgbClr val="9658B3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563B7C1-9F83-81EB-FD4E-880BBAF959A1}"/>
                </a:ext>
              </a:extLst>
            </p:cNvPr>
            <p:cNvSpPr/>
            <p:nvPr/>
          </p:nvSpPr>
          <p:spPr>
            <a:xfrm>
              <a:off x="5890161" y="2930236"/>
              <a:ext cx="783771" cy="748145"/>
            </a:xfrm>
            <a:prstGeom prst="ellipse">
              <a:avLst/>
            </a:prstGeom>
            <a:solidFill>
              <a:srgbClr val="4D64AE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A552341-7128-53F0-8650-9005B72472E8}"/>
                </a:ext>
              </a:extLst>
            </p:cNvPr>
            <p:cNvSpPr/>
            <p:nvPr/>
          </p:nvSpPr>
          <p:spPr>
            <a:xfrm>
              <a:off x="6932219" y="2930235"/>
              <a:ext cx="783771" cy="748145"/>
            </a:xfrm>
            <a:prstGeom prst="ellipse">
              <a:avLst/>
            </a:prstGeom>
            <a:solidFill>
              <a:srgbClr val="CC3C3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63641E1-4446-D98F-E386-49AF6220232F}"/>
                </a:ext>
              </a:extLst>
            </p:cNvPr>
            <p:cNvSpPr/>
            <p:nvPr/>
          </p:nvSpPr>
          <p:spPr>
            <a:xfrm>
              <a:off x="7974277" y="2930235"/>
              <a:ext cx="783771" cy="748145"/>
            </a:xfrm>
            <a:prstGeom prst="ellips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BA3D530-4111-EECE-2F2C-08E4CE12E8ED}"/>
              </a:ext>
            </a:extLst>
          </p:cNvPr>
          <p:cNvGrpSpPr/>
          <p:nvPr/>
        </p:nvGrpSpPr>
        <p:grpSpPr>
          <a:xfrm>
            <a:off x="8074399" y="2069394"/>
            <a:ext cx="342900" cy="1171314"/>
            <a:chOff x="7220190" y="2203190"/>
            <a:chExt cx="342900" cy="1171314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55C7DD8-A21B-6031-272B-94EC6A894C31}"/>
                </a:ext>
              </a:extLst>
            </p:cNvPr>
            <p:cNvGrpSpPr/>
            <p:nvPr/>
          </p:nvGrpSpPr>
          <p:grpSpPr>
            <a:xfrm>
              <a:off x="7220190" y="2203190"/>
              <a:ext cx="342900" cy="748145"/>
              <a:chOff x="5274869" y="1797626"/>
              <a:chExt cx="342900" cy="990105"/>
            </a:xfrm>
          </p:grpSpPr>
          <p:sp>
            <p:nvSpPr>
              <p:cNvPr id="27" name="Trapezoid 26">
                <a:extLst>
                  <a:ext uri="{FF2B5EF4-FFF2-40B4-BE49-F238E27FC236}">
                    <a16:creationId xmlns:a16="http://schemas.microsoft.com/office/drawing/2014/main" id="{72D452D9-0B37-245A-136F-3A4DC8602ED6}"/>
                  </a:ext>
                </a:extLst>
              </p:cNvPr>
              <p:cNvSpPr/>
              <p:nvPr/>
            </p:nvSpPr>
            <p:spPr>
              <a:xfrm rot="10800000">
                <a:off x="5274869" y="1805047"/>
                <a:ext cx="342900" cy="982684"/>
              </a:xfrm>
              <a:prstGeom prst="trapezoid">
                <a:avLst>
                  <a:gd name="adj" fmla="val 40689"/>
                </a:avLst>
              </a:prstGeom>
              <a:solidFill>
                <a:srgbClr val="4D64A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" name="Trapezoid 27">
                <a:extLst>
                  <a:ext uri="{FF2B5EF4-FFF2-40B4-BE49-F238E27FC236}">
                    <a16:creationId xmlns:a16="http://schemas.microsoft.com/office/drawing/2014/main" id="{55298F13-E11C-11D2-33E0-BCDD93EC6F7E}"/>
                  </a:ext>
                </a:extLst>
              </p:cNvPr>
              <p:cNvSpPr/>
              <p:nvPr/>
            </p:nvSpPr>
            <p:spPr>
              <a:xfrm rot="10800000">
                <a:off x="5281452" y="1797626"/>
                <a:ext cx="329184" cy="727363"/>
              </a:xfrm>
              <a:prstGeom prst="trapezoid">
                <a:avLst>
                  <a:gd name="adj" fmla="val 40689"/>
                </a:avLst>
              </a:prstGeom>
              <a:solidFill>
                <a:srgbClr val="4D64A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6" name="Teardrop 25">
              <a:extLst>
                <a:ext uri="{FF2B5EF4-FFF2-40B4-BE49-F238E27FC236}">
                  <a16:creationId xmlns:a16="http://schemas.microsoft.com/office/drawing/2014/main" id="{4FC43E3F-5896-838D-AAC1-8F6317B76B8B}"/>
                </a:ext>
              </a:extLst>
            </p:cNvPr>
            <p:cNvSpPr/>
            <p:nvPr/>
          </p:nvSpPr>
          <p:spPr>
            <a:xfrm rot="18987425">
              <a:off x="7277340" y="3145904"/>
              <a:ext cx="228600" cy="228600"/>
            </a:xfrm>
            <a:prstGeom prst="teardrop">
              <a:avLst>
                <a:gd name="adj" fmla="val 136111"/>
              </a:avLst>
            </a:prstGeom>
            <a:solidFill>
              <a:srgbClr val="4D64AE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34761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3</Words>
  <Application>Microsoft Macintosh PowerPoint</Application>
  <PresentationFormat>Widescreen</PresentationFormat>
  <Paragraphs>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JuliaMono Black</vt:lpstr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David</dc:creator>
  <cp:lastModifiedBy>David, Benjamin</cp:lastModifiedBy>
  <cp:revision>3</cp:revision>
  <dcterms:created xsi:type="dcterms:W3CDTF">2024-09-12T18:27:25Z</dcterms:created>
  <dcterms:modified xsi:type="dcterms:W3CDTF">2026-05-07T17:24:19Z</dcterms:modified>
</cp:coreProperties>
</file>