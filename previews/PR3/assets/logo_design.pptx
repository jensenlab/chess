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2424"/>
    <a:srgbClr val="3E61D8"/>
    <a:srgbClr val="9357B0"/>
    <a:srgbClr val="379722"/>
    <a:srgbClr val="CA3A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58" d="100"/>
          <a:sy n="158" d="100"/>
        </p:scale>
        <p:origin x="-2016" y="-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84B9C-6FCB-388E-274D-C8B09FFCE9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AD5727-B5B8-C21D-818C-01C9B542F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20F6F-C31B-BA00-450F-1B8125613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C950F-5B77-274B-8CB1-0C3E890EEF3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C0CD7-20FA-6BE6-61F7-D45CC693F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8F498-DE54-8B10-AD52-84BAE68A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86D42-B53B-5A4A-9B2A-08644F00C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88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6412F-12CA-188A-D8CE-77F2B3C16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60F09-015D-8A6A-6725-EE573E6BB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34BD7-D7A1-9C69-9D4A-E14605753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C950F-5B77-274B-8CB1-0C3E890EEF3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EAD0A-38DD-7EAE-B4E7-1A11C14BC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1B014-5D56-B74F-ADE6-9B2B67442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86D42-B53B-5A4A-9B2A-08644F00C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77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13B1D-8962-4C82-2ADD-63678E916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B8ABF-3389-A536-DD13-5A1776BD9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9BA81-AA98-D90C-FFD0-3812D3AF8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C950F-5B77-274B-8CB1-0C3E890EEF3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249C3-E065-68F5-7FFF-ABAD5BA38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744EA-5DF9-FE33-7CC3-49C949703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86D42-B53B-5A4A-9B2A-08644F00C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138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CC08E-FC68-CF26-761E-1213B8F7A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D6814-87D4-C1FA-E7FE-F80EF8FED5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2D708-45C4-7211-DE28-3F056E911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81FCF-4223-8C01-98F6-730BDF6D5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C950F-5B77-274B-8CB1-0C3E890EEF3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EAAC9-E5CB-2BD0-F5D0-E3613BCF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101122-E199-4AF4-2EB4-A6A2734EC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86D42-B53B-5A4A-9B2A-08644F00C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4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3D925-2E42-F8E2-62F7-E5B7167A4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5BE01-2A75-6C3A-0362-B66674EF1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77879-B64E-E056-A37C-23DC3DC75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6FA611-39E0-D608-8BCF-87B9FEA9C2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4C6F6B-04AF-A4BC-CAB8-F670E5F0D1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4537B6-CFC2-A495-8795-B17CA8249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C950F-5B77-274B-8CB1-0C3E890EEF3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A59DC-F00E-F47E-59C0-30A0F3EFF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09C53B-B03F-651A-E4E5-BBC3003A5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86D42-B53B-5A4A-9B2A-08644F00C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927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90FFE-34F5-35CF-297B-520587EA8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5C7A50-BAC8-570D-3BEE-258952F3D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C950F-5B77-274B-8CB1-0C3E890EEF3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6F2AC-A3F6-FA13-2240-4403C305F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0C72E-BB29-7032-D743-A1F4D6490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86D42-B53B-5A4A-9B2A-08644F00C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43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D6C37-C7E3-3E65-3756-D983A39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C950F-5B77-274B-8CB1-0C3E890EEF3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2679A6-FF5C-2A6D-5F91-985181F1C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6A6D9-A04E-59E8-96ED-00C8A58D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86D42-B53B-5A4A-9B2A-08644F00C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59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2A8BA-917C-DFAA-FF85-C3E16D887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21E22-D965-791B-789D-769C8B311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A145F-04E1-97F7-65B1-A50097451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7CC70-939D-CF43-1E18-D4C06B84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C950F-5B77-274B-8CB1-0C3E890EEF3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9D9EF-B799-79AC-402D-69D39D604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CBA96-3E70-DD78-D63F-D4AF7C13D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86D42-B53B-5A4A-9B2A-08644F00C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484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CAF55-84EC-1E6F-58C7-C8D580E89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B712A8-BDCB-CC44-A288-D98EE3E59F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61CA3C-45D6-0948-5714-6FA845D79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30C2A-83AD-BAB1-5344-02532DC0E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C950F-5B77-274B-8CB1-0C3E890EEF3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05A23-ADF5-B5A8-EF1A-F3EFEC009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9F6F4-35B8-66A0-D724-FA10645F3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86D42-B53B-5A4A-9B2A-08644F00C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1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DF6AC-8051-4790-C12F-6D02D10A1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40653C-143A-9CEC-843B-A6AC7B9E9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A3CA9-F86F-20E1-1D2A-BDCAD316E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C950F-5B77-274B-8CB1-0C3E890EEF3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AC474-9E16-E907-93E0-24D944C90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E2FB-2066-5B93-8BA1-6BBC45BC1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86D42-B53B-5A4A-9B2A-08644F00C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02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25E345-8668-0898-19B2-1E2BC591FA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F55B3-9CEF-BC6B-D922-85510BD28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E35CA-2A29-5E04-78A3-B3E414AC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C950F-5B77-274B-8CB1-0C3E890EEF3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6FFCF-5945-AC71-B547-141BCFD3A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031BF-D699-7000-B736-B27245C5E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86D42-B53B-5A4A-9B2A-08644F00C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58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D2C79E-15AC-FA2C-E1D6-A5DC8E57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F4E00-BAFB-A949-1529-5C3EBF780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8727F-9E60-F986-177E-9B93B4C9A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5C950F-5B77-274B-8CB1-0C3E890EEF3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E4F5B-B00F-28BB-A40F-0B78976C9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F0097-018D-5331-5AFB-FD1E62C5E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86D42-B53B-5A4A-9B2A-08644F00C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57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5989E9-90DF-CA02-3ED4-B36A2DED8960}"/>
              </a:ext>
            </a:extLst>
          </p:cNvPr>
          <p:cNvSpPr txBox="1"/>
          <p:nvPr/>
        </p:nvSpPr>
        <p:spPr>
          <a:xfrm>
            <a:off x="3194891" y="2828835"/>
            <a:ext cx="5376231" cy="1143000"/>
          </a:xfrm>
          <a:prstGeom prst="rect">
            <a:avLst/>
          </a:prstGeom>
          <a:noFill/>
        </p:spPr>
        <p:txBody>
          <a:bodyPr wrap="square" tIns="0" bIns="0" rtlCol="0" anchor="ctr" anchorCtr="0">
            <a:spAutoFit/>
          </a:bodyPr>
          <a:lstStyle/>
          <a:p>
            <a:pPr algn="ctr"/>
            <a:r>
              <a:rPr lang="en-US" sz="7200" dirty="0">
                <a:solidFill>
                  <a:srgbClr val="3E61D8"/>
                </a:solidFill>
                <a:latin typeface="JuliaMono Black" panose="020B0609060300020004" pitchFamily="49" charset="-127"/>
                <a:ea typeface="JuliaMono Black" panose="020B0609060300020004" pitchFamily="49" charset="-127"/>
                <a:cs typeface="JuliaMono Black" panose="020B0609060300020004" pitchFamily="49" charset="-127"/>
              </a:rPr>
              <a:t>CH SS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37C83BCD-F8BE-DE11-1249-A6EFD6DE10DF}"/>
              </a:ext>
            </a:extLst>
          </p:cNvPr>
          <p:cNvSpPr/>
          <p:nvPr/>
        </p:nvSpPr>
        <p:spPr>
          <a:xfrm>
            <a:off x="5610210" y="3485577"/>
            <a:ext cx="545593" cy="256032"/>
          </a:xfrm>
          <a:prstGeom prst="can">
            <a:avLst>
              <a:gd name="adj" fmla="val 47412"/>
            </a:avLst>
          </a:prstGeom>
          <a:solidFill>
            <a:srgbClr val="3E61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8F00F19E-4764-513C-42D1-98D33887511C}"/>
              </a:ext>
            </a:extLst>
          </p:cNvPr>
          <p:cNvSpPr/>
          <p:nvPr/>
        </p:nvSpPr>
        <p:spPr>
          <a:xfrm>
            <a:off x="5610210" y="3283051"/>
            <a:ext cx="545593" cy="256032"/>
          </a:xfrm>
          <a:prstGeom prst="can">
            <a:avLst>
              <a:gd name="adj" fmla="val 47412"/>
            </a:avLst>
          </a:prstGeom>
          <a:solidFill>
            <a:srgbClr val="3E61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n 4">
            <a:extLst>
              <a:ext uri="{FF2B5EF4-FFF2-40B4-BE49-F238E27FC236}">
                <a16:creationId xmlns:a16="http://schemas.microsoft.com/office/drawing/2014/main" id="{DCDAAD21-D3F4-C087-99D0-3849EC979884}"/>
              </a:ext>
            </a:extLst>
          </p:cNvPr>
          <p:cNvSpPr/>
          <p:nvPr/>
        </p:nvSpPr>
        <p:spPr>
          <a:xfrm>
            <a:off x="5610210" y="3083417"/>
            <a:ext cx="545593" cy="256032"/>
          </a:xfrm>
          <a:prstGeom prst="can">
            <a:avLst>
              <a:gd name="adj" fmla="val 50000"/>
            </a:avLst>
          </a:prstGeom>
          <a:solidFill>
            <a:srgbClr val="3E61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96FEEC-7E09-8B39-DE2A-0CD4A46DAF2C}"/>
              </a:ext>
            </a:extLst>
          </p:cNvPr>
          <p:cNvSpPr/>
          <p:nvPr/>
        </p:nvSpPr>
        <p:spPr>
          <a:xfrm>
            <a:off x="4792760" y="1693430"/>
            <a:ext cx="91440" cy="1143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17B890-CB13-74AB-D011-0DF0E586038B}"/>
              </a:ext>
            </a:extLst>
          </p:cNvPr>
          <p:cNvSpPr/>
          <p:nvPr/>
        </p:nvSpPr>
        <p:spPr>
          <a:xfrm>
            <a:off x="4577824" y="2836430"/>
            <a:ext cx="2610364" cy="1371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557805-FD8D-A33E-151F-A80AEB424E3F}"/>
              </a:ext>
            </a:extLst>
          </p:cNvPr>
          <p:cNvSpPr/>
          <p:nvPr/>
        </p:nvSpPr>
        <p:spPr>
          <a:xfrm>
            <a:off x="6908775" y="1693430"/>
            <a:ext cx="91440" cy="1143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E267D7E-EDB6-CB65-9D36-3A973F650C10}"/>
              </a:ext>
            </a:extLst>
          </p:cNvPr>
          <p:cNvGrpSpPr/>
          <p:nvPr/>
        </p:nvGrpSpPr>
        <p:grpSpPr>
          <a:xfrm>
            <a:off x="5066149" y="1669871"/>
            <a:ext cx="402336" cy="1147229"/>
            <a:chOff x="3685190" y="1826361"/>
            <a:chExt cx="402336" cy="1147229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5CA59DB-2DA8-1BFB-1238-150AC504C9EB}"/>
                </a:ext>
              </a:extLst>
            </p:cNvPr>
            <p:cNvGrpSpPr/>
            <p:nvPr/>
          </p:nvGrpSpPr>
          <p:grpSpPr>
            <a:xfrm>
              <a:off x="3685190" y="1826361"/>
              <a:ext cx="402336" cy="1147229"/>
              <a:chOff x="3685190" y="1826361"/>
              <a:chExt cx="402336" cy="1147229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BDE7F5EA-90FC-6E31-D587-9856DE262D54}"/>
                  </a:ext>
                </a:extLst>
              </p:cNvPr>
              <p:cNvGrpSpPr/>
              <p:nvPr/>
            </p:nvGrpSpPr>
            <p:grpSpPr>
              <a:xfrm>
                <a:off x="3685190" y="1826361"/>
                <a:ext cx="402336" cy="1147229"/>
                <a:chOff x="3577722" y="2394750"/>
                <a:chExt cx="402336" cy="1147229"/>
              </a:xfrm>
              <a:solidFill>
                <a:schemeClr val="bg1">
                  <a:alpha val="35195"/>
                </a:schemeClr>
              </a:solidFill>
            </p:grpSpPr>
            <p:sp>
              <p:nvSpPr>
                <p:cNvPr id="14" name="Freeform 13">
                  <a:extLst>
                    <a:ext uri="{FF2B5EF4-FFF2-40B4-BE49-F238E27FC236}">
                      <a16:creationId xmlns:a16="http://schemas.microsoft.com/office/drawing/2014/main" id="{5215C7D8-4876-71E9-D2CA-D01FC8D7ABE3}"/>
                    </a:ext>
                  </a:extLst>
                </p:cNvPr>
                <p:cNvSpPr/>
                <p:nvPr/>
              </p:nvSpPr>
              <p:spPr>
                <a:xfrm>
                  <a:off x="3596010" y="2405200"/>
                  <a:ext cx="365760" cy="1136779"/>
                </a:xfrm>
                <a:custGeom>
                  <a:avLst/>
                  <a:gdLst>
                    <a:gd name="csX0" fmla="*/ 182882 w 365762"/>
                    <a:gd name="csY0" fmla="*/ 0 h 1136779"/>
                    <a:gd name="csX1" fmla="*/ 365762 w 365762"/>
                    <a:gd name="csY1" fmla="*/ 20398 h 1136779"/>
                    <a:gd name="csX2" fmla="*/ 365762 w 365762"/>
                    <a:gd name="csY2" fmla="*/ 938368 h 1136779"/>
                    <a:gd name="csX3" fmla="*/ 364294 w 365762"/>
                    <a:gd name="csY3" fmla="*/ 939992 h 1136779"/>
                    <a:gd name="csX4" fmla="*/ 365760 w 365762"/>
                    <a:gd name="csY4" fmla="*/ 954487 h 1136779"/>
                    <a:gd name="csX5" fmla="*/ 182880 w 365762"/>
                    <a:gd name="csY5" fmla="*/ 1136779 h 1136779"/>
                    <a:gd name="csX6" fmla="*/ 0 w 365762"/>
                    <a:gd name="csY6" fmla="*/ 954487 h 1136779"/>
                    <a:gd name="csX7" fmla="*/ 1517 w 365762"/>
                    <a:gd name="csY7" fmla="*/ 939486 h 1136779"/>
                    <a:gd name="csX8" fmla="*/ 2 w 365762"/>
                    <a:gd name="csY8" fmla="*/ 938368 h 1136779"/>
                    <a:gd name="csX9" fmla="*/ 2 w 365762"/>
                    <a:gd name="csY9" fmla="*/ 20398 h 1136779"/>
                    <a:gd name="csX10" fmla="*/ 182882 w 365762"/>
                    <a:gd name="csY10" fmla="*/ 0 h 11367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365762" h="1136779">
                      <a:moveTo>
                        <a:pt x="182882" y="0"/>
                      </a:moveTo>
                      <a:cubicBezTo>
                        <a:pt x="283884" y="0"/>
                        <a:pt x="365762" y="9132"/>
                        <a:pt x="365762" y="20398"/>
                      </a:cubicBezTo>
                      <a:lnTo>
                        <a:pt x="365762" y="938368"/>
                      </a:lnTo>
                      <a:lnTo>
                        <a:pt x="364294" y="939992"/>
                      </a:lnTo>
                      <a:lnTo>
                        <a:pt x="365760" y="954487"/>
                      </a:lnTo>
                      <a:cubicBezTo>
                        <a:pt x="365760" y="1055164"/>
                        <a:pt x="283882" y="1136779"/>
                        <a:pt x="182880" y="1136779"/>
                      </a:cubicBezTo>
                      <a:cubicBezTo>
                        <a:pt x="81878" y="1136779"/>
                        <a:pt x="0" y="1055164"/>
                        <a:pt x="0" y="954487"/>
                      </a:cubicBezTo>
                      <a:lnTo>
                        <a:pt x="1517" y="939486"/>
                      </a:lnTo>
                      <a:lnTo>
                        <a:pt x="2" y="938368"/>
                      </a:lnTo>
                      <a:lnTo>
                        <a:pt x="2" y="20398"/>
                      </a:lnTo>
                      <a:cubicBezTo>
                        <a:pt x="2" y="9132"/>
                        <a:pt x="81880" y="0"/>
                        <a:pt x="182882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Can 15">
                  <a:extLst>
                    <a:ext uri="{FF2B5EF4-FFF2-40B4-BE49-F238E27FC236}">
                      <a16:creationId xmlns:a16="http://schemas.microsoft.com/office/drawing/2014/main" id="{EC61B3C1-AAED-948D-58C4-F916BBBE476D}"/>
                    </a:ext>
                  </a:extLst>
                </p:cNvPr>
                <p:cNvSpPr/>
                <p:nvPr/>
              </p:nvSpPr>
              <p:spPr>
                <a:xfrm>
                  <a:off x="3577722" y="2394750"/>
                  <a:ext cx="402336" cy="78169"/>
                </a:xfrm>
                <a:prstGeom prst="ca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4B593883-B441-F1B1-959E-7FF0A34097AB}"/>
                  </a:ext>
                </a:extLst>
              </p:cNvPr>
              <p:cNvSpPr/>
              <p:nvPr/>
            </p:nvSpPr>
            <p:spPr>
              <a:xfrm>
                <a:off x="3703476" y="2350477"/>
                <a:ext cx="365760" cy="619957"/>
              </a:xfrm>
              <a:custGeom>
                <a:avLst/>
                <a:gdLst>
                  <a:gd name="csX0" fmla="*/ 182880 w 365760"/>
                  <a:gd name="csY0" fmla="*/ 0 h 619957"/>
                  <a:gd name="csX1" fmla="*/ 365760 w 365760"/>
                  <a:gd name="csY1" fmla="*/ 45720 h 619957"/>
                  <a:gd name="csX2" fmla="*/ 365760 w 365760"/>
                  <a:gd name="csY2" fmla="*/ 404682 h 619957"/>
                  <a:gd name="csX3" fmla="*/ 363012 w 365760"/>
                  <a:gd name="csY3" fmla="*/ 411498 h 619957"/>
                  <a:gd name="csX4" fmla="*/ 365760 w 365760"/>
                  <a:gd name="csY4" fmla="*/ 438542 h 619957"/>
                  <a:gd name="csX5" fmla="*/ 182880 w 365760"/>
                  <a:gd name="csY5" fmla="*/ 619957 h 619957"/>
                  <a:gd name="csX6" fmla="*/ 0 w 365760"/>
                  <a:gd name="csY6" fmla="*/ 438542 h 619957"/>
                  <a:gd name="csX7" fmla="*/ 2946 w 365760"/>
                  <a:gd name="csY7" fmla="*/ 409553 h 619957"/>
                  <a:gd name="csX8" fmla="*/ 0 w 365760"/>
                  <a:gd name="csY8" fmla="*/ 404682 h 619957"/>
                  <a:gd name="csX9" fmla="*/ 0 w 365760"/>
                  <a:gd name="csY9" fmla="*/ 45720 h 619957"/>
                  <a:gd name="csX10" fmla="*/ 182880 w 365760"/>
                  <a:gd name="csY10" fmla="*/ 0 h 6199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65760" h="619957">
                    <a:moveTo>
                      <a:pt x="182880" y="0"/>
                    </a:moveTo>
                    <a:cubicBezTo>
                      <a:pt x="283882" y="0"/>
                      <a:pt x="365760" y="20470"/>
                      <a:pt x="365760" y="45720"/>
                    </a:cubicBezTo>
                    <a:lnTo>
                      <a:pt x="365760" y="404682"/>
                    </a:lnTo>
                    <a:lnTo>
                      <a:pt x="363012" y="411498"/>
                    </a:lnTo>
                    <a:lnTo>
                      <a:pt x="365760" y="438542"/>
                    </a:lnTo>
                    <a:cubicBezTo>
                      <a:pt x="365760" y="538735"/>
                      <a:pt x="283882" y="619957"/>
                      <a:pt x="182880" y="619957"/>
                    </a:cubicBezTo>
                    <a:cubicBezTo>
                      <a:pt x="81878" y="619957"/>
                      <a:pt x="0" y="538735"/>
                      <a:pt x="0" y="438542"/>
                    </a:cubicBezTo>
                    <a:lnTo>
                      <a:pt x="2946" y="409553"/>
                    </a:lnTo>
                    <a:lnTo>
                      <a:pt x="0" y="404682"/>
                    </a:lnTo>
                    <a:lnTo>
                      <a:pt x="0" y="45720"/>
                    </a:lnTo>
                    <a:cubicBezTo>
                      <a:pt x="0" y="20470"/>
                      <a:pt x="81878" y="0"/>
                      <a:pt x="182880" y="0"/>
                    </a:cubicBezTo>
                    <a:close/>
                  </a:path>
                </a:pathLst>
              </a:custGeom>
              <a:solidFill>
                <a:srgbClr val="CA3A3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F8CDE02-2E0C-07BE-F054-801D6A871890}"/>
                </a:ext>
              </a:extLst>
            </p:cNvPr>
            <p:cNvSpPr/>
            <p:nvPr/>
          </p:nvSpPr>
          <p:spPr>
            <a:xfrm>
              <a:off x="3706171" y="2346584"/>
              <a:ext cx="365760" cy="45720"/>
            </a:xfrm>
            <a:prstGeom prst="ellipse">
              <a:avLst/>
            </a:prstGeom>
            <a:gradFill flip="none" rotWithShape="1">
              <a:gsLst>
                <a:gs pos="0">
                  <a:srgbClr val="CA3A33">
                    <a:tint val="66000"/>
                    <a:satMod val="160000"/>
                  </a:srgbClr>
                </a:gs>
                <a:gs pos="50000">
                  <a:srgbClr val="CA3A33">
                    <a:tint val="44500"/>
                    <a:satMod val="160000"/>
                  </a:srgbClr>
                </a:gs>
                <a:gs pos="100000">
                  <a:srgbClr val="CA3A33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A9FD47F-954B-D8A9-DBA7-C7A906E7011C}"/>
              </a:ext>
            </a:extLst>
          </p:cNvPr>
          <p:cNvGrpSpPr/>
          <p:nvPr/>
        </p:nvGrpSpPr>
        <p:grpSpPr>
          <a:xfrm>
            <a:off x="5681838" y="1669871"/>
            <a:ext cx="402336" cy="1147229"/>
            <a:chOff x="2715877" y="1868188"/>
            <a:chExt cx="402336" cy="1147229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7C8BDEF-B722-0358-E594-0BDB4F075D2D}"/>
                </a:ext>
              </a:extLst>
            </p:cNvPr>
            <p:cNvGrpSpPr/>
            <p:nvPr/>
          </p:nvGrpSpPr>
          <p:grpSpPr>
            <a:xfrm>
              <a:off x="2715877" y="1868188"/>
              <a:ext cx="402336" cy="1147229"/>
              <a:chOff x="3577722" y="2394750"/>
              <a:chExt cx="402336" cy="1147229"/>
            </a:xfrm>
            <a:solidFill>
              <a:schemeClr val="bg1">
                <a:alpha val="35195"/>
              </a:schemeClr>
            </a:solidFill>
          </p:grpSpPr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BB3AE513-9A09-31E9-67D2-5651C3F5D033}"/>
                  </a:ext>
                </a:extLst>
              </p:cNvPr>
              <p:cNvSpPr/>
              <p:nvPr/>
            </p:nvSpPr>
            <p:spPr>
              <a:xfrm>
                <a:off x="3596010" y="2405200"/>
                <a:ext cx="365760" cy="1136779"/>
              </a:xfrm>
              <a:custGeom>
                <a:avLst/>
                <a:gdLst>
                  <a:gd name="csX0" fmla="*/ 182882 w 365762"/>
                  <a:gd name="csY0" fmla="*/ 0 h 1136779"/>
                  <a:gd name="csX1" fmla="*/ 365762 w 365762"/>
                  <a:gd name="csY1" fmla="*/ 20398 h 1136779"/>
                  <a:gd name="csX2" fmla="*/ 365762 w 365762"/>
                  <a:gd name="csY2" fmla="*/ 938368 h 1136779"/>
                  <a:gd name="csX3" fmla="*/ 364294 w 365762"/>
                  <a:gd name="csY3" fmla="*/ 939992 h 1136779"/>
                  <a:gd name="csX4" fmla="*/ 365760 w 365762"/>
                  <a:gd name="csY4" fmla="*/ 954487 h 1136779"/>
                  <a:gd name="csX5" fmla="*/ 182880 w 365762"/>
                  <a:gd name="csY5" fmla="*/ 1136779 h 1136779"/>
                  <a:gd name="csX6" fmla="*/ 0 w 365762"/>
                  <a:gd name="csY6" fmla="*/ 954487 h 1136779"/>
                  <a:gd name="csX7" fmla="*/ 1517 w 365762"/>
                  <a:gd name="csY7" fmla="*/ 939486 h 1136779"/>
                  <a:gd name="csX8" fmla="*/ 2 w 365762"/>
                  <a:gd name="csY8" fmla="*/ 938368 h 1136779"/>
                  <a:gd name="csX9" fmla="*/ 2 w 365762"/>
                  <a:gd name="csY9" fmla="*/ 20398 h 1136779"/>
                  <a:gd name="csX10" fmla="*/ 182882 w 365762"/>
                  <a:gd name="csY10" fmla="*/ 0 h 113677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65762" h="1136779">
                    <a:moveTo>
                      <a:pt x="182882" y="0"/>
                    </a:moveTo>
                    <a:cubicBezTo>
                      <a:pt x="283884" y="0"/>
                      <a:pt x="365762" y="9132"/>
                      <a:pt x="365762" y="20398"/>
                    </a:cubicBezTo>
                    <a:lnTo>
                      <a:pt x="365762" y="938368"/>
                    </a:lnTo>
                    <a:lnTo>
                      <a:pt x="364294" y="939992"/>
                    </a:lnTo>
                    <a:lnTo>
                      <a:pt x="365760" y="954487"/>
                    </a:lnTo>
                    <a:cubicBezTo>
                      <a:pt x="365760" y="1055164"/>
                      <a:pt x="283882" y="1136779"/>
                      <a:pt x="182880" y="1136779"/>
                    </a:cubicBezTo>
                    <a:cubicBezTo>
                      <a:pt x="81878" y="1136779"/>
                      <a:pt x="0" y="1055164"/>
                      <a:pt x="0" y="954487"/>
                    </a:cubicBezTo>
                    <a:lnTo>
                      <a:pt x="1517" y="939486"/>
                    </a:lnTo>
                    <a:lnTo>
                      <a:pt x="2" y="938368"/>
                    </a:lnTo>
                    <a:lnTo>
                      <a:pt x="2" y="20398"/>
                    </a:lnTo>
                    <a:cubicBezTo>
                      <a:pt x="2" y="9132"/>
                      <a:pt x="81880" y="0"/>
                      <a:pt x="182882" y="0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7" name="Can 26">
                <a:extLst>
                  <a:ext uri="{FF2B5EF4-FFF2-40B4-BE49-F238E27FC236}">
                    <a16:creationId xmlns:a16="http://schemas.microsoft.com/office/drawing/2014/main" id="{FADD112B-6097-98A4-1A68-B02CCE780B0F}"/>
                  </a:ext>
                </a:extLst>
              </p:cNvPr>
              <p:cNvSpPr/>
              <p:nvPr/>
            </p:nvSpPr>
            <p:spPr>
              <a:xfrm>
                <a:off x="3577722" y="2394750"/>
                <a:ext cx="402336" cy="78169"/>
              </a:xfrm>
              <a:prstGeom prst="can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6382B69-E8F5-918D-719C-17269D484B82}"/>
                </a:ext>
              </a:extLst>
            </p:cNvPr>
            <p:cNvSpPr/>
            <p:nvPr/>
          </p:nvSpPr>
          <p:spPr>
            <a:xfrm>
              <a:off x="2734163" y="2392304"/>
              <a:ext cx="365760" cy="619957"/>
            </a:xfrm>
            <a:custGeom>
              <a:avLst/>
              <a:gdLst>
                <a:gd name="csX0" fmla="*/ 182880 w 365760"/>
                <a:gd name="csY0" fmla="*/ 0 h 619957"/>
                <a:gd name="csX1" fmla="*/ 365760 w 365760"/>
                <a:gd name="csY1" fmla="*/ 45720 h 619957"/>
                <a:gd name="csX2" fmla="*/ 365760 w 365760"/>
                <a:gd name="csY2" fmla="*/ 404682 h 619957"/>
                <a:gd name="csX3" fmla="*/ 363012 w 365760"/>
                <a:gd name="csY3" fmla="*/ 411498 h 619957"/>
                <a:gd name="csX4" fmla="*/ 365760 w 365760"/>
                <a:gd name="csY4" fmla="*/ 438542 h 619957"/>
                <a:gd name="csX5" fmla="*/ 182880 w 365760"/>
                <a:gd name="csY5" fmla="*/ 619957 h 619957"/>
                <a:gd name="csX6" fmla="*/ 0 w 365760"/>
                <a:gd name="csY6" fmla="*/ 438542 h 619957"/>
                <a:gd name="csX7" fmla="*/ 2946 w 365760"/>
                <a:gd name="csY7" fmla="*/ 409553 h 619957"/>
                <a:gd name="csX8" fmla="*/ 0 w 365760"/>
                <a:gd name="csY8" fmla="*/ 404682 h 619957"/>
                <a:gd name="csX9" fmla="*/ 0 w 365760"/>
                <a:gd name="csY9" fmla="*/ 45720 h 619957"/>
                <a:gd name="csX10" fmla="*/ 182880 w 365760"/>
                <a:gd name="csY10" fmla="*/ 0 h 6199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65760" h="619957">
                  <a:moveTo>
                    <a:pt x="182880" y="0"/>
                  </a:moveTo>
                  <a:cubicBezTo>
                    <a:pt x="283882" y="0"/>
                    <a:pt x="365760" y="20470"/>
                    <a:pt x="365760" y="45720"/>
                  </a:cubicBezTo>
                  <a:lnTo>
                    <a:pt x="365760" y="404682"/>
                  </a:lnTo>
                  <a:lnTo>
                    <a:pt x="363012" y="411498"/>
                  </a:lnTo>
                  <a:lnTo>
                    <a:pt x="365760" y="438542"/>
                  </a:lnTo>
                  <a:cubicBezTo>
                    <a:pt x="365760" y="538735"/>
                    <a:pt x="283882" y="619957"/>
                    <a:pt x="182880" y="619957"/>
                  </a:cubicBezTo>
                  <a:cubicBezTo>
                    <a:pt x="81878" y="619957"/>
                    <a:pt x="0" y="538735"/>
                    <a:pt x="0" y="438542"/>
                  </a:cubicBezTo>
                  <a:lnTo>
                    <a:pt x="2946" y="409553"/>
                  </a:lnTo>
                  <a:lnTo>
                    <a:pt x="0" y="404682"/>
                  </a:lnTo>
                  <a:lnTo>
                    <a:pt x="0" y="45720"/>
                  </a:lnTo>
                  <a:cubicBezTo>
                    <a:pt x="0" y="20470"/>
                    <a:pt x="81878" y="0"/>
                    <a:pt x="182880" y="0"/>
                  </a:cubicBezTo>
                  <a:close/>
                </a:path>
              </a:pathLst>
            </a:custGeom>
            <a:solidFill>
              <a:srgbClr val="37972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F91BDCF-1473-611F-6709-B85A57207D36}"/>
                </a:ext>
              </a:extLst>
            </p:cNvPr>
            <p:cNvSpPr/>
            <p:nvPr/>
          </p:nvSpPr>
          <p:spPr>
            <a:xfrm>
              <a:off x="2736858" y="2388411"/>
              <a:ext cx="365760" cy="45720"/>
            </a:xfrm>
            <a:prstGeom prst="ellipse">
              <a:avLst/>
            </a:prstGeom>
            <a:gradFill flip="none" rotWithShape="1">
              <a:gsLst>
                <a:gs pos="0">
                  <a:srgbClr val="379722">
                    <a:tint val="66000"/>
                    <a:satMod val="160000"/>
                  </a:srgbClr>
                </a:gs>
                <a:gs pos="50000">
                  <a:srgbClr val="379722">
                    <a:tint val="44500"/>
                    <a:satMod val="160000"/>
                  </a:srgbClr>
                </a:gs>
                <a:gs pos="100000">
                  <a:srgbClr val="379722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31E058F-D2FB-5318-89B7-57C1FE4A36B8}"/>
              </a:ext>
            </a:extLst>
          </p:cNvPr>
          <p:cNvGrpSpPr/>
          <p:nvPr/>
        </p:nvGrpSpPr>
        <p:grpSpPr>
          <a:xfrm>
            <a:off x="6303104" y="1669871"/>
            <a:ext cx="402336" cy="1147229"/>
            <a:chOff x="1796169" y="1917381"/>
            <a:chExt cx="402336" cy="1147229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AE29097-AAEA-3EA2-F667-49EF25BB341B}"/>
                </a:ext>
              </a:extLst>
            </p:cNvPr>
            <p:cNvGrpSpPr/>
            <p:nvPr/>
          </p:nvGrpSpPr>
          <p:grpSpPr>
            <a:xfrm>
              <a:off x="1796169" y="1917381"/>
              <a:ext cx="402336" cy="1147229"/>
              <a:chOff x="3577722" y="2394750"/>
              <a:chExt cx="402336" cy="1147229"/>
            </a:xfrm>
            <a:solidFill>
              <a:schemeClr val="bg1">
                <a:alpha val="35195"/>
              </a:schemeClr>
            </a:solidFill>
          </p:grpSpPr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C1874908-EBE7-7407-ED36-0AE49A9E1853}"/>
                  </a:ext>
                </a:extLst>
              </p:cNvPr>
              <p:cNvSpPr/>
              <p:nvPr/>
            </p:nvSpPr>
            <p:spPr>
              <a:xfrm>
                <a:off x="3596010" y="2405200"/>
                <a:ext cx="365760" cy="1136779"/>
              </a:xfrm>
              <a:custGeom>
                <a:avLst/>
                <a:gdLst>
                  <a:gd name="csX0" fmla="*/ 182882 w 365762"/>
                  <a:gd name="csY0" fmla="*/ 0 h 1136779"/>
                  <a:gd name="csX1" fmla="*/ 365762 w 365762"/>
                  <a:gd name="csY1" fmla="*/ 20398 h 1136779"/>
                  <a:gd name="csX2" fmla="*/ 365762 w 365762"/>
                  <a:gd name="csY2" fmla="*/ 938368 h 1136779"/>
                  <a:gd name="csX3" fmla="*/ 364294 w 365762"/>
                  <a:gd name="csY3" fmla="*/ 939992 h 1136779"/>
                  <a:gd name="csX4" fmla="*/ 365760 w 365762"/>
                  <a:gd name="csY4" fmla="*/ 954487 h 1136779"/>
                  <a:gd name="csX5" fmla="*/ 182880 w 365762"/>
                  <a:gd name="csY5" fmla="*/ 1136779 h 1136779"/>
                  <a:gd name="csX6" fmla="*/ 0 w 365762"/>
                  <a:gd name="csY6" fmla="*/ 954487 h 1136779"/>
                  <a:gd name="csX7" fmla="*/ 1517 w 365762"/>
                  <a:gd name="csY7" fmla="*/ 939486 h 1136779"/>
                  <a:gd name="csX8" fmla="*/ 2 w 365762"/>
                  <a:gd name="csY8" fmla="*/ 938368 h 1136779"/>
                  <a:gd name="csX9" fmla="*/ 2 w 365762"/>
                  <a:gd name="csY9" fmla="*/ 20398 h 1136779"/>
                  <a:gd name="csX10" fmla="*/ 182882 w 365762"/>
                  <a:gd name="csY10" fmla="*/ 0 h 113677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65762" h="1136779">
                    <a:moveTo>
                      <a:pt x="182882" y="0"/>
                    </a:moveTo>
                    <a:cubicBezTo>
                      <a:pt x="283884" y="0"/>
                      <a:pt x="365762" y="9132"/>
                      <a:pt x="365762" y="20398"/>
                    </a:cubicBezTo>
                    <a:lnTo>
                      <a:pt x="365762" y="938368"/>
                    </a:lnTo>
                    <a:lnTo>
                      <a:pt x="364294" y="939992"/>
                    </a:lnTo>
                    <a:lnTo>
                      <a:pt x="365760" y="954487"/>
                    </a:lnTo>
                    <a:cubicBezTo>
                      <a:pt x="365760" y="1055164"/>
                      <a:pt x="283882" y="1136779"/>
                      <a:pt x="182880" y="1136779"/>
                    </a:cubicBezTo>
                    <a:cubicBezTo>
                      <a:pt x="81878" y="1136779"/>
                      <a:pt x="0" y="1055164"/>
                      <a:pt x="0" y="954487"/>
                    </a:cubicBezTo>
                    <a:lnTo>
                      <a:pt x="1517" y="939486"/>
                    </a:lnTo>
                    <a:lnTo>
                      <a:pt x="2" y="938368"/>
                    </a:lnTo>
                    <a:lnTo>
                      <a:pt x="2" y="20398"/>
                    </a:lnTo>
                    <a:cubicBezTo>
                      <a:pt x="2" y="9132"/>
                      <a:pt x="81880" y="0"/>
                      <a:pt x="182882" y="0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2" name="Can 31">
                <a:extLst>
                  <a:ext uri="{FF2B5EF4-FFF2-40B4-BE49-F238E27FC236}">
                    <a16:creationId xmlns:a16="http://schemas.microsoft.com/office/drawing/2014/main" id="{200525F0-50D7-E5C1-DF96-87F405A2EFCC}"/>
                  </a:ext>
                </a:extLst>
              </p:cNvPr>
              <p:cNvSpPr/>
              <p:nvPr/>
            </p:nvSpPr>
            <p:spPr>
              <a:xfrm>
                <a:off x="3577722" y="2394750"/>
                <a:ext cx="402336" cy="78169"/>
              </a:xfrm>
              <a:prstGeom prst="can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463A10E6-E85A-FBD7-D72E-B34BE7FDB9BD}"/>
                </a:ext>
              </a:extLst>
            </p:cNvPr>
            <p:cNvSpPr/>
            <p:nvPr/>
          </p:nvSpPr>
          <p:spPr>
            <a:xfrm>
              <a:off x="1814455" y="2441497"/>
              <a:ext cx="365760" cy="619957"/>
            </a:xfrm>
            <a:custGeom>
              <a:avLst/>
              <a:gdLst>
                <a:gd name="csX0" fmla="*/ 182880 w 365760"/>
                <a:gd name="csY0" fmla="*/ 0 h 619957"/>
                <a:gd name="csX1" fmla="*/ 365760 w 365760"/>
                <a:gd name="csY1" fmla="*/ 45720 h 619957"/>
                <a:gd name="csX2" fmla="*/ 365760 w 365760"/>
                <a:gd name="csY2" fmla="*/ 404682 h 619957"/>
                <a:gd name="csX3" fmla="*/ 363012 w 365760"/>
                <a:gd name="csY3" fmla="*/ 411498 h 619957"/>
                <a:gd name="csX4" fmla="*/ 365760 w 365760"/>
                <a:gd name="csY4" fmla="*/ 438542 h 619957"/>
                <a:gd name="csX5" fmla="*/ 182880 w 365760"/>
                <a:gd name="csY5" fmla="*/ 619957 h 619957"/>
                <a:gd name="csX6" fmla="*/ 0 w 365760"/>
                <a:gd name="csY6" fmla="*/ 438542 h 619957"/>
                <a:gd name="csX7" fmla="*/ 2946 w 365760"/>
                <a:gd name="csY7" fmla="*/ 409553 h 619957"/>
                <a:gd name="csX8" fmla="*/ 0 w 365760"/>
                <a:gd name="csY8" fmla="*/ 404682 h 619957"/>
                <a:gd name="csX9" fmla="*/ 0 w 365760"/>
                <a:gd name="csY9" fmla="*/ 45720 h 619957"/>
                <a:gd name="csX10" fmla="*/ 182880 w 365760"/>
                <a:gd name="csY10" fmla="*/ 0 h 6199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65760" h="619957">
                  <a:moveTo>
                    <a:pt x="182880" y="0"/>
                  </a:moveTo>
                  <a:cubicBezTo>
                    <a:pt x="283882" y="0"/>
                    <a:pt x="365760" y="20470"/>
                    <a:pt x="365760" y="45720"/>
                  </a:cubicBezTo>
                  <a:lnTo>
                    <a:pt x="365760" y="404682"/>
                  </a:lnTo>
                  <a:lnTo>
                    <a:pt x="363012" y="411498"/>
                  </a:lnTo>
                  <a:lnTo>
                    <a:pt x="365760" y="438542"/>
                  </a:lnTo>
                  <a:cubicBezTo>
                    <a:pt x="365760" y="538735"/>
                    <a:pt x="283882" y="619957"/>
                    <a:pt x="182880" y="619957"/>
                  </a:cubicBezTo>
                  <a:cubicBezTo>
                    <a:pt x="81878" y="619957"/>
                    <a:pt x="0" y="538735"/>
                    <a:pt x="0" y="438542"/>
                  </a:cubicBezTo>
                  <a:lnTo>
                    <a:pt x="2946" y="409553"/>
                  </a:lnTo>
                  <a:lnTo>
                    <a:pt x="0" y="404682"/>
                  </a:lnTo>
                  <a:lnTo>
                    <a:pt x="0" y="45720"/>
                  </a:lnTo>
                  <a:cubicBezTo>
                    <a:pt x="0" y="20470"/>
                    <a:pt x="81878" y="0"/>
                    <a:pt x="182880" y="0"/>
                  </a:cubicBezTo>
                  <a:close/>
                </a:path>
              </a:pathLst>
            </a:custGeom>
            <a:solidFill>
              <a:srgbClr val="9357B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2E25127-E7EB-9D25-25BC-11D4E6479716}"/>
                </a:ext>
              </a:extLst>
            </p:cNvPr>
            <p:cNvSpPr/>
            <p:nvPr/>
          </p:nvSpPr>
          <p:spPr>
            <a:xfrm>
              <a:off x="1817150" y="2437604"/>
              <a:ext cx="365760" cy="45720"/>
            </a:xfrm>
            <a:prstGeom prst="ellipse">
              <a:avLst/>
            </a:prstGeom>
            <a:gradFill flip="none" rotWithShape="1">
              <a:gsLst>
                <a:gs pos="0">
                  <a:srgbClr val="9357B0">
                    <a:tint val="66000"/>
                    <a:satMod val="160000"/>
                  </a:srgbClr>
                </a:gs>
                <a:gs pos="50000">
                  <a:srgbClr val="9357B0">
                    <a:tint val="44500"/>
                    <a:satMod val="160000"/>
                  </a:srgbClr>
                </a:gs>
                <a:gs pos="100000">
                  <a:srgbClr val="9357B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44F46716-B46E-D098-0ADA-AE94A5E9D0B0}"/>
              </a:ext>
            </a:extLst>
          </p:cNvPr>
          <p:cNvSpPr/>
          <p:nvPr/>
        </p:nvSpPr>
        <p:spPr>
          <a:xfrm>
            <a:off x="4588359" y="1892723"/>
            <a:ext cx="2610364" cy="914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633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4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7EBACF-D80D-8B90-750A-290D7557B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97746D-322F-BAE8-5758-868ED4F4CA53}"/>
              </a:ext>
            </a:extLst>
          </p:cNvPr>
          <p:cNvSpPr txBox="1"/>
          <p:nvPr/>
        </p:nvSpPr>
        <p:spPr>
          <a:xfrm>
            <a:off x="3194891" y="2828835"/>
            <a:ext cx="5376231" cy="1143000"/>
          </a:xfrm>
          <a:prstGeom prst="rect">
            <a:avLst/>
          </a:prstGeom>
          <a:noFill/>
        </p:spPr>
        <p:txBody>
          <a:bodyPr wrap="square" tIns="0" bIns="0" rtlCol="0" anchor="ctr" anchorCtr="0">
            <a:spAutoFit/>
          </a:bodyPr>
          <a:lstStyle/>
          <a:p>
            <a:pPr algn="ctr"/>
            <a:r>
              <a:rPr lang="en-US" sz="7200" dirty="0">
                <a:solidFill>
                  <a:srgbClr val="3E61D8"/>
                </a:solidFill>
                <a:latin typeface="JuliaMono Black" panose="020B0609060300020004" pitchFamily="49" charset="-127"/>
                <a:ea typeface="JuliaMono Black" panose="020B0609060300020004" pitchFamily="49" charset="-127"/>
                <a:cs typeface="JuliaMono Black" panose="020B0609060300020004" pitchFamily="49" charset="-127"/>
              </a:rPr>
              <a:t>CH SS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995325E-4141-2426-1D4C-1AE79D792904}"/>
              </a:ext>
            </a:extLst>
          </p:cNvPr>
          <p:cNvSpPr/>
          <p:nvPr/>
        </p:nvSpPr>
        <p:spPr>
          <a:xfrm>
            <a:off x="5610210" y="3485577"/>
            <a:ext cx="545593" cy="256032"/>
          </a:xfrm>
          <a:prstGeom prst="can">
            <a:avLst>
              <a:gd name="adj" fmla="val 47412"/>
            </a:avLst>
          </a:prstGeom>
          <a:solidFill>
            <a:srgbClr val="3E61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87B5DB00-8C57-86CE-C526-A6DD0A0DC218}"/>
              </a:ext>
            </a:extLst>
          </p:cNvPr>
          <p:cNvSpPr/>
          <p:nvPr/>
        </p:nvSpPr>
        <p:spPr>
          <a:xfrm>
            <a:off x="5610210" y="3283051"/>
            <a:ext cx="545593" cy="256032"/>
          </a:xfrm>
          <a:prstGeom prst="can">
            <a:avLst>
              <a:gd name="adj" fmla="val 47412"/>
            </a:avLst>
          </a:prstGeom>
          <a:solidFill>
            <a:srgbClr val="3E61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n 4">
            <a:extLst>
              <a:ext uri="{FF2B5EF4-FFF2-40B4-BE49-F238E27FC236}">
                <a16:creationId xmlns:a16="http://schemas.microsoft.com/office/drawing/2014/main" id="{AA40F8B5-3F11-CC02-9DBB-9B0337FD9102}"/>
              </a:ext>
            </a:extLst>
          </p:cNvPr>
          <p:cNvSpPr/>
          <p:nvPr/>
        </p:nvSpPr>
        <p:spPr>
          <a:xfrm>
            <a:off x="5610210" y="3083417"/>
            <a:ext cx="545593" cy="256032"/>
          </a:xfrm>
          <a:prstGeom prst="can">
            <a:avLst>
              <a:gd name="adj" fmla="val 50000"/>
            </a:avLst>
          </a:prstGeom>
          <a:solidFill>
            <a:srgbClr val="3E61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3D10A8-2E58-8CB1-AC2C-95D2E742F96F}"/>
              </a:ext>
            </a:extLst>
          </p:cNvPr>
          <p:cNvSpPr/>
          <p:nvPr/>
        </p:nvSpPr>
        <p:spPr>
          <a:xfrm>
            <a:off x="4792760" y="1693430"/>
            <a:ext cx="91440" cy="11430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0C5634-0D33-B884-7BE5-EE7085F916A1}"/>
              </a:ext>
            </a:extLst>
          </p:cNvPr>
          <p:cNvSpPr/>
          <p:nvPr/>
        </p:nvSpPr>
        <p:spPr>
          <a:xfrm>
            <a:off x="4577824" y="2836430"/>
            <a:ext cx="2610364" cy="13716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CBDB6A-DA7C-4DDE-E433-BAB19F2A4948}"/>
              </a:ext>
            </a:extLst>
          </p:cNvPr>
          <p:cNvSpPr/>
          <p:nvPr/>
        </p:nvSpPr>
        <p:spPr>
          <a:xfrm>
            <a:off x="6908775" y="1693430"/>
            <a:ext cx="91440" cy="11430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F311368-A3B5-8D87-50CC-AB5A42B4202A}"/>
              </a:ext>
            </a:extLst>
          </p:cNvPr>
          <p:cNvGrpSpPr/>
          <p:nvPr/>
        </p:nvGrpSpPr>
        <p:grpSpPr>
          <a:xfrm>
            <a:off x="5066149" y="1669871"/>
            <a:ext cx="402336" cy="1147229"/>
            <a:chOff x="3685190" y="1826361"/>
            <a:chExt cx="402336" cy="1147229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AAF3A07-A40F-7F37-9265-9B553E874032}"/>
                </a:ext>
              </a:extLst>
            </p:cNvPr>
            <p:cNvGrpSpPr/>
            <p:nvPr/>
          </p:nvGrpSpPr>
          <p:grpSpPr>
            <a:xfrm>
              <a:off x="3685190" y="1826361"/>
              <a:ext cx="402336" cy="1147229"/>
              <a:chOff x="3685190" y="1826361"/>
              <a:chExt cx="402336" cy="1147229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08497CA3-72D3-373E-124E-35BAB4FAD3E5}"/>
                  </a:ext>
                </a:extLst>
              </p:cNvPr>
              <p:cNvGrpSpPr/>
              <p:nvPr/>
            </p:nvGrpSpPr>
            <p:grpSpPr>
              <a:xfrm>
                <a:off x="3685190" y="1826361"/>
                <a:ext cx="402336" cy="1147229"/>
                <a:chOff x="3577722" y="2394750"/>
                <a:chExt cx="402336" cy="1147229"/>
              </a:xfrm>
              <a:solidFill>
                <a:schemeClr val="bg1">
                  <a:alpha val="35195"/>
                </a:schemeClr>
              </a:solidFill>
            </p:grpSpPr>
            <p:sp>
              <p:nvSpPr>
                <p:cNvPr id="14" name="Freeform 13">
                  <a:extLst>
                    <a:ext uri="{FF2B5EF4-FFF2-40B4-BE49-F238E27FC236}">
                      <a16:creationId xmlns:a16="http://schemas.microsoft.com/office/drawing/2014/main" id="{72A15DD7-121C-7678-9CF9-7CCE5938697E}"/>
                    </a:ext>
                  </a:extLst>
                </p:cNvPr>
                <p:cNvSpPr/>
                <p:nvPr/>
              </p:nvSpPr>
              <p:spPr>
                <a:xfrm>
                  <a:off x="3596010" y="2405200"/>
                  <a:ext cx="365760" cy="1136779"/>
                </a:xfrm>
                <a:custGeom>
                  <a:avLst/>
                  <a:gdLst>
                    <a:gd name="csX0" fmla="*/ 182882 w 365762"/>
                    <a:gd name="csY0" fmla="*/ 0 h 1136779"/>
                    <a:gd name="csX1" fmla="*/ 365762 w 365762"/>
                    <a:gd name="csY1" fmla="*/ 20398 h 1136779"/>
                    <a:gd name="csX2" fmla="*/ 365762 w 365762"/>
                    <a:gd name="csY2" fmla="*/ 938368 h 1136779"/>
                    <a:gd name="csX3" fmla="*/ 364294 w 365762"/>
                    <a:gd name="csY3" fmla="*/ 939992 h 1136779"/>
                    <a:gd name="csX4" fmla="*/ 365760 w 365762"/>
                    <a:gd name="csY4" fmla="*/ 954487 h 1136779"/>
                    <a:gd name="csX5" fmla="*/ 182880 w 365762"/>
                    <a:gd name="csY5" fmla="*/ 1136779 h 1136779"/>
                    <a:gd name="csX6" fmla="*/ 0 w 365762"/>
                    <a:gd name="csY6" fmla="*/ 954487 h 1136779"/>
                    <a:gd name="csX7" fmla="*/ 1517 w 365762"/>
                    <a:gd name="csY7" fmla="*/ 939486 h 1136779"/>
                    <a:gd name="csX8" fmla="*/ 2 w 365762"/>
                    <a:gd name="csY8" fmla="*/ 938368 h 1136779"/>
                    <a:gd name="csX9" fmla="*/ 2 w 365762"/>
                    <a:gd name="csY9" fmla="*/ 20398 h 1136779"/>
                    <a:gd name="csX10" fmla="*/ 182882 w 365762"/>
                    <a:gd name="csY10" fmla="*/ 0 h 11367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365762" h="1136779">
                      <a:moveTo>
                        <a:pt x="182882" y="0"/>
                      </a:moveTo>
                      <a:cubicBezTo>
                        <a:pt x="283884" y="0"/>
                        <a:pt x="365762" y="9132"/>
                        <a:pt x="365762" y="20398"/>
                      </a:cubicBezTo>
                      <a:lnTo>
                        <a:pt x="365762" y="938368"/>
                      </a:lnTo>
                      <a:lnTo>
                        <a:pt x="364294" y="939992"/>
                      </a:lnTo>
                      <a:lnTo>
                        <a:pt x="365760" y="954487"/>
                      </a:lnTo>
                      <a:cubicBezTo>
                        <a:pt x="365760" y="1055164"/>
                        <a:pt x="283882" y="1136779"/>
                        <a:pt x="182880" y="1136779"/>
                      </a:cubicBezTo>
                      <a:cubicBezTo>
                        <a:pt x="81878" y="1136779"/>
                        <a:pt x="0" y="1055164"/>
                        <a:pt x="0" y="954487"/>
                      </a:cubicBezTo>
                      <a:lnTo>
                        <a:pt x="1517" y="939486"/>
                      </a:lnTo>
                      <a:lnTo>
                        <a:pt x="2" y="938368"/>
                      </a:lnTo>
                      <a:lnTo>
                        <a:pt x="2" y="20398"/>
                      </a:lnTo>
                      <a:cubicBezTo>
                        <a:pt x="2" y="9132"/>
                        <a:pt x="81880" y="0"/>
                        <a:pt x="182882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Can 15">
                  <a:extLst>
                    <a:ext uri="{FF2B5EF4-FFF2-40B4-BE49-F238E27FC236}">
                      <a16:creationId xmlns:a16="http://schemas.microsoft.com/office/drawing/2014/main" id="{4197DACC-33F3-E6BE-04F9-04AE68E0677E}"/>
                    </a:ext>
                  </a:extLst>
                </p:cNvPr>
                <p:cNvSpPr/>
                <p:nvPr/>
              </p:nvSpPr>
              <p:spPr>
                <a:xfrm>
                  <a:off x="3577722" y="2394750"/>
                  <a:ext cx="402336" cy="78169"/>
                </a:xfrm>
                <a:prstGeom prst="can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6833E969-5B73-42F5-50F8-7BAB729D0FFF}"/>
                  </a:ext>
                </a:extLst>
              </p:cNvPr>
              <p:cNvSpPr/>
              <p:nvPr/>
            </p:nvSpPr>
            <p:spPr>
              <a:xfrm>
                <a:off x="3703476" y="2350477"/>
                <a:ext cx="365760" cy="619957"/>
              </a:xfrm>
              <a:custGeom>
                <a:avLst/>
                <a:gdLst>
                  <a:gd name="csX0" fmla="*/ 182880 w 365760"/>
                  <a:gd name="csY0" fmla="*/ 0 h 619957"/>
                  <a:gd name="csX1" fmla="*/ 365760 w 365760"/>
                  <a:gd name="csY1" fmla="*/ 45720 h 619957"/>
                  <a:gd name="csX2" fmla="*/ 365760 w 365760"/>
                  <a:gd name="csY2" fmla="*/ 404682 h 619957"/>
                  <a:gd name="csX3" fmla="*/ 363012 w 365760"/>
                  <a:gd name="csY3" fmla="*/ 411498 h 619957"/>
                  <a:gd name="csX4" fmla="*/ 365760 w 365760"/>
                  <a:gd name="csY4" fmla="*/ 438542 h 619957"/>
                  <a:gd name="csX5" fmla="*/ 182880 w 365760"/>
                  <a:gd name="csY5" fmla="*/ 619957 h 619957"/>
                  <a:gd name="csX6" fmla="*/ 0 w 365760"/>
                  <a:gd name="csY6" fmla="*/ 438542 h 619957"/>
                  <a:gd name="csX7" fmla="*/ 2946 w 365760"/>
                  <a:gd name="csY7" fmla="*/ 409553 h 619957"/>
                  <a:gd name="csX8" fmla="*/ 0 w 365760"/>
                  <a:gd name="csY8" fmla="*/ 404682 h 619957"/>
                  <a:gd name="csX9" fmla="*/ 0 w 365760"/>
                  <a:gd name="csY9" fmla="*/ 45720 h 619957"/>
                  <a:gd name="csX10" fmla="*/ 182880 w 365760"/>
                  <a:gd name="csY10" fmla="*/ 0 h 6199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65760" h="619957">
                    <a:moveTo>
                      <a:pt x="182880" y="0"/>
                    </a:moveTo>
                    <a:cubicBezTo>
                      <a:pt x="283882" y="0"/>
                      <a:pt x="365760" y="20470"/>
                      <a:pt x="365760" y="45720"/>
                    </a:cubicBezTo>
                    <a:lnTo>
                      <a:pt x="365760" y="404682"/>
                    </a:lnTo>
                    <a:lnTo>
                      <a:pt x="363012" y="411498"/>
                    </a:lnTo>
                    <a:lnTo>
                      <a:pt x="365760" y="438542"/>
                    </a:lnTo>
                    <a:cubicBezTo>
                      <a:pt x="365760" y="538735"/>
                      <a:pt x="283882" y="619957"/>
                      <a:pt x="182880" y="619957"/>
                    </a:cubicBezTo>
                    <a:cubicBezTo>
                      <a:pt x="81878" y="619957"/>
                      <a:pt x="0" y="538735"/>
                      <a:pt x="0" y="438542"/>
                    </a:cubicBezTo>
                    <a:lnTo>
                      <a:pt x="2946" y="409553"/>
                    </a:lnTo>
                    <a:lnTo>
                      <a:pt x="0" y="404682"/>
                    </a:lnTo>
                    <a:lnTo>
                      <a:pt x="0" y="45720"/>
                    </a:lnTo>
                    <a:cubicBezTo>
                      <a:pt x="0" y="20470"/>
                      <a:pt x="81878" y="0"/>
                      <a:pt x="182880" y="0"/>
                    </a:cubicBezTo>
                    <a:close/>
                  </a:path>
                </a:pathLst>
              </a:custGeom>
              <a:solidFill>
                <a:srgbClr val="CA3A3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BDC56E6-735A-5FE3-CF63-71E572AC5B3A}"/>
                </a:ext>
              </a:extLst>
            </p:cNvPr>
            <p:cNvSpPr/>
            <p:nvPr/>
          </p:nvSpPr>
          <p:spPr>
            <a:xfrm>
              <a:off x="3706171" y="2346584"/>
              <a:ext cx="365760" cy="45720"/>
            </a:xfrm>
            <a:prstGeom prst="ellipse">
              <a:avLst/>
            </a:prstGeom>
            <a:gradFill flip="none" rotWithShape="1">
              <a:gsLst>
                <a:gs pos="0">
                  <a:srgbClr val="CA3A33">
                    <a:tint val="66000"/>
                    <a:satMod val="160000"/>
                  </a:srgbClr>
                </a:gs>
                <a:gs pos="50000">
                  <a:srgbClr val="CA3A33">
                    <a:tint val="44500"/>
                    <a:satMod val="160000"/>
                  </a:srgbClr>
                </a:gs>
                <a:gs pos="100000">
                  <a:srgbClr val="CA3A33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4AA8F9E-C3F4-9A3D-7CF8-A167D20977B1}"/>
              </a:ext>
            </a:extLst>
          </p:cNvPr>
          <p:cNvGrpSpPr/>
          <p:nvPr/>
        </p:nvGrpSpPr>
        <p:grpSpPr>
          <a:xfrm>
            <a:off x="5681838" y="1669871"/>
            <a:ext cx="402336" cy="1147229"/>
            <a:chOff x="2715877" y="1868188"/>
            <a:chExt cx="402336" cy="1147229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F107333-587E-589A-AA56-B6E64B9DE03A}"/>
                </a:ext>
              </a:extLst>
            </p:cNvPr>
            <p:cNvGrpSpPr/>
            <p:nvPr/>
          </p:nvGrpSpPr>
          <p:grpSpPr>
            <a:xfrm>
              <a:off x="2715877" y="1868188"/>
              <a:ext cx="402336" cy="1147229"/>
              <a:chOff x="3577722" y="2394750"/>
              <a:chExt cx="402336" cy="1147229"/>
            </a:xfrm>
            <a:solidFill>
              <a:schemeClr val="bg1">
                <a:alpha val="35195"/>
              </a:schemeClr>
            </a:solidFill>
          </p:grpSpPr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D7BBE5A1-774F-B5D2-C81F-9481A8401C50}"/>
                  </a:ext>
                </a:extLst>
              </p:cNvPr>
              <p:cNvSpPr/>
              <p:nvPr/>
            </p:nvSpPr>
            <p:spPr>
              <a:xfrm>
                <a:off x="3596010" y="2405200"/>
                <a:ext cx="365760" cy="1136779"/>
              </a:xfrm>
              <a:custGeom>
                <a:avLst/>
                <a:gdLst>
                  <a:gd name="csX0" fmla="*/ 182882 w 365762"/>
                  <a:gd name="csY0" fmla="*/ 0 h 1136779"/>
                  <a:gd name="csX1" fmla="*/ 365762 w 365762"/>
                  <a:gd name="csY1" fmla="*/ 20398 h 1136779"/>
                  <a:gd name="csX2" fmla="*/ 365762 w 365762"/>
                  <a:gd name="csY2" fmla="*/ 938368 h 1136779"/>
                  <a:gd name="csX3" fmla="*/ 364294 w 365762"/>
                  <a:gd name="csY3" fmla="*/ 939992 h 1136779"/>
                  <a:gd name="csX4" fmla="*/ 365760 w 365762"/>
                  <a:gd name="csY4" fmla="*/ 954487 h 1136779"/>
                  <a:gd name="csX5" fmla="*/ 182880 w 365762"/>
                  <a:gd name="csY5" fmla="*/ 1136779 h 1136779"/>
                  <a:gd name="csX6" fmla="*/ 0 w 365762"/>
                  <a:gd name="csY6" fmla="*/ 954487 h 1136779"/>
                  <a:gd name="csX7" fmla="*/ 1517 w 365762"/>
                  <a:gd name="csY7" fmla="*/ 939486 h 1136779"/>
                  <a:gd name="csX8" fmla="*/ 2 w 365762"/>
                  <a:gd name="csY8" fmla="*/ 938368 h 1136779"/>
                  <a:gd name="csX9" fmla="*/ 2 w 365762"/>
                  <a:gd name="csY9" fmla="*/ 20398 h 1136779"/>
                  <a:gd name="csX10" fmla="*/ 182882 w 365762"/>
                  <a:gd name="csY10" fmla="*/ 0 h 113677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65762" h="1136779">
                    <a:moveTo>
                      <a:pt x="182882" y="0"/>
                    </a:moveTo>
                    <a:cubicBezTo>
                      <a:pt x="283884" y="0"/>
                      <a:pt x="365762" y="9132"/>
                      <a:pt x="365762" y="20398"/>
                    </a:cubicBezTo>
                    <a:lnTo>
                      <a:pt x="365762" y="938368"/>
                    </a:lnTo>
                    <a:lnTo>
                      <a:pt x="364294" y="939992"/>
                    </a:lnTo>
                    <a:lnTo>
                      <a:pt x="365760" y="954487"/>
                    </a:lnTo>
                    <a:cubicBezTo>
                      <a:pt x="365760" y="1055164"/>
                      <a:pt x="283882" y="1136779"/>
                      <a:pt x="182880" y="1136779"/>
                    </a:cubicBezTo>
                    <a:cubicBezTo>
                      <a:pt x="81878" y="1136779"/>
                      <a:pt x="0" y="1055164"/>
                      <a:pt x="0" y="954487"/>
                    </a:cubicBezTo>
                    <a:lnTo>
                      <a:pt x="1517" y="939486"/>
                    </a:lnTo>
                    <a:lnTo>
                      <a:pt x="2" y="938368"/>
                    </a:lnTo>
                    <a:lnTo>
                      <a:pt x="2" y="20398"/>
                    </a:lnTo>
                    <a:cubicBezTo>
                      <a:pt x="2" y="9132"/>
                      <a:pt x="81880" y="0"/>
                      <a:pt x="182882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7" name="Can 26">
                <a:extLst>
                  <a:ext uri="{FF2B5EF4-FFF2-40B4-BE49-F238E27FC236}">
                    <a16:creationId xmlns:a16="http://schemas.microsoft.com/office/drawing/2014/main" id="{8DBDB25D-9479-0B06-5E3A-8C25800D7D81}"/>
                  </a:ext>
                </a:extLst>
              </p:cNvPr>
              <p:cNvSpPr/>
              <p:nvPr/>
            </p:nvSpPr>
            <p:spPr>
              <a:xfrm>
                <a:off x="3577722" y="2394750"/>
                <a:ext cx="402336" cy="78169"/>
              </a:xfrm>
              <a:prstGeom prst="can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E4B744A-2EAE-05D6-F39E-321F602B2841}"/>
                </a:ext>
              </a:extLst>
            </p:cNvPr>
            <p:cNvSpPr/>
            <p:nvPr/>
          </p:nvSpPr>
          <p:spPr>
            <a:xfrm>
              <a:off x="2734163" y="2392304"/>
              <a:ext cx="365760" cy="619957"/>
            </a:xfrm>
            <a:custGeom>
              <a:avLst/>
              <a:gdLst>
                <a:gd name="csX0" fmla="*/ 182880 w 365760"/>
                <a:gd name="csY0" fmla="*/ 0 h 619957"/>
                <a:gd name="csX1" fmla="*/ 365760 w 365760"/>
                <a:gd name="csY1" fmla="*/ 45720 h 619957"/>
                <a:gd name="csX2" fmla="*/ 365760 w 365760"/>
                <a:gd name="csY2" fmla="*/ 404682 h 619957"/>
                <a:gd name="csX3" fmla="*/ 363012 w 365760"/>
                <a:gd name="csY3" fmla="*/ 411498 h 619957"/>
                <a:gd name="csX4" fmla="*/ 365760 w 365760"/>
                <a:gd name="csY4" fmla="*/ 438542 h 619957"/>
                <a:gd name="csX5" fmla="*/ 182880 w 365760"/>
                <a:gd name="csY5" fmla="*/ 619957 h 619957"/>
                <a:gd name="csX6" fmla="*/ 0 w 365760"/>
                <a:gd name="csY6" fmla="*/ 438542 h 619957"/>
                <a:gd name="csX7" fmla="*/ 2946 w 365760"/>
                <a:gd name="csY7" fmla="*/ 409553 h 619957"/>
                <a:gd name="csX8" fmla="*/ 0 w 365760"/>
                <a:gd name="csY8" fmla="*/ 404682 h 619957"/>
                <a:gd name="csX9" fmla="*/ 0 w 365760"/>
                <a:gd name="csY9" fmla="*/ 45720 h 619957"/>
                <a:gd name="csX10" fmla="*/ 182880 w 365760"/>
                <a:gd name="csY10" fmla="*/ 0 h 6199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65760" h="619957">
                  <a:moveTo>
                    <a:pt x="182880" y="0"/>
                  </a:moveTo>
                  <a:cubicBezTo>
                    <a:pt x="283882" y="0"/>
                    <a:pt x="365760" y="20470"/>
                    <a:pt x="365760" y="45720"/>
                  </a:cubicBezTo>
                  <a:lnTo>
                    <a:pt x="365760" y="404682"/>
                  </a:lnTo>
                  <a:lnTo>
                    <a:pt x="363012" y="411498"/>
                  </a:lnTo>
                  <a:lnTo>
                    <a:pt x="365760" y="438542"/>
                  </a:lnTo>
                  <a:cubicBezTo>
                    <a:pt x="365760" y="538735"/>
                    <a:pt x="283882" y="619957"/>
                    <a:pt x="182880" y="619957"/>
                  </a:cubicBezTo>
                  <a:cubicBezTo>
                    <a:pt x="81878" y="619957"/>
                    <a:pt x="0" y="538735"/>
                    <a:pt x="0" y="438542"/>
                  </a:cubicBezTo>
                  <a:lnTo>
                    <a:pt x="2946" y="409553"/>
                  </a:lnTo>
                  <a:lnTo>
                    <a:pt x="0" y="404682"/>
                  </a:lnTo>
                  <a:lnTo>
                    <a:pt x="0" y="45720"/>
                  </a:lnTo>
                  <a:cubicBezTo>
                    <a:pt x="0" y="20470"/>
                    <a:pt x="81878" y="0"/>
                    <a:pt x="182880" y="0"/>
                  </a:cubicBezTo>
                  <a:close/>
                </a:path>
              </a:pathLst>
            </a:custGeom>
            <a:solidFill>
              <a:srgbClr val="37972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A23A899-313A-5D23-100C-DBD5F7CB5D46}"/>
                </a:ext>
              </a:extLst>
            </p:cNvPr>
            <p:cNvSpPr/>
            <p:nvPr/>
          </p:nvSpPr>
          <p:spPr>
            <a:xfrm>
              <a:off x="2736858" y="2388411"/>
              <a:ext cx="365760" cy="45720"/>
            </a:xfrm>
            <a:prstGeom prst="ellipse">
              <a:avLst/>
            </a:prstGeom>
            <a:gradFill flip="none" rotWithShape="1">
              <a:gsLst>
                <a:gs pos="0">
                  <a:srgbClr val="379722">
                    <a:tint val="66000"/>
                    <a:satMod val="160000"/>
                  </a:srgbClr>
                </a:gs>
                <a:gs pos="50000">
                  <a:srgbClr val="379722">
                    <a:tint val="44500"/>
                    <a:satMod val="160000"/>
                  </a:srgbClr>
                </a:gs>
                <a:gs pos="100000">
                  <a:srgbClr val="379722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AEB282C-4B2C-CAB0-2EC0-A60C6ABBA2A9}"/>
              </a:ext>
            </a:extLst>
          </p:cNvPr>
          <p:cNvGrpSpPr/>
          <p:nvPr/>
        </p:nvGrpSpPr>
        <p:grpSpPr>
          <a:xfrm>
            <a:off x="6303104" y="1669871"/>
            <a:ext cx="402336" cy="1147229"/>
            <a:chOff x="1796169" y="1917381"/>
            <a:chExt cx="402336" cy="1147229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E44C328-C2C9-54C4-8618-2A483A321F44}"/>
                </a:ext>
              </a:extLst>
            </p:cNvPr>
            <p:cNvGrpSpPr/>
            <p:nvPr/>
          </p:nvGrpSpPr>
          <p:grpSpPr>
            <a:xfrm>
              <a:off x="1796169" y="1917381"/>
              <a:ext cx="402336" cy="1147229"/>
              <a:chOff x="3577722" y="2394750"/>
              <a:chExt cx="402336" cy="1147229"/>
            </a:xfrm>
            <a:solidFill>
              <a:schemeClr val="bg1">
                <a:alpha val="35195"/>
              </a:schemeClr>
            </a:solidFill>
          </p:grpSpPr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150A4862-B3C3-B52A-4DE0-979C29F88CC9}"/>
                  </a:ext>
                </a:extLst>
              </p:cNvPr>
              <p:cNvSpPr/>
              <p:nvPr/>
            </p:nvSpPr>
            <p:spPr>
              <a:xfrm>
                <a:off x="3596010" y="2405200"/>
                <a:ext cx="365760" cy="1136779"/>
              </a:xfrm>
              <a:custGeom>
                <a:avLst/>
                <a:gdLst>
                  <a:gd name="csX0" fmla="*/ 182882 w 365762"/>
                  <a:gd name="csY0" fmla="*/ 0 h 1136779"/>
                  <a:gd name="csX1" fmla="*/ 365762 w 365762"/>
                  <a:gd name="csY1" fmla="*/ 20398 h 1136779"/>
                  <a:gd name="csX2" fmla="*/ 365762 w 365762"/>
                  <a:gd name="csY2" fmla="*/ 938368 h 1136779"/>
                  <a:gd name="csX3" fmla="*/ 364294 w 365762"/>
                  <a:gd name="csY3" fmla="*/ 939992 h 1136779"/>
                  <a:gd name="csX4" fmla="*/ 365760 w 365762"/>
                  <a:gd name="csY4" fmla="*/ 954487 h 1136779"/>
                  <a:gd name="csX5" fmla="*/ 182880 w 365762"/>
                  <a:gd name="csY5" fmla="*/ 1136779 h 1136779"/>
                  <a:gd name="csX6" fmla="*/ 0 w 365762"/>
                  <a:gd name="csY6" fmla="*/ 954487 h 1136779"/>
                  <a:gd name="csX7" fmla="*/ 1517 w 365762"/>
                  <a:gd name="csY7" fmla="*/ 939486 h 1136779"/>
                  <a:gd name="csX8" fmla="*/ 2 w 365762"/>
                  <a:gd name="csY8" fmla="*/ 938368 h 1136779"/>
                  <a:gd name="csX9" fmla="*/ 2 w 365762"/>
                  <a:gd name="csY9" fmla="*/ 20398 h 1136779"/>
                  <a:gd name="csX10" fmla="*/ 182882 w 365762"/>
                  <a:gd name="csY10" fmla="*/ 0 h 113677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65762" h="1136779">
                    <a:moveTo>
                      <a:pt x="182882" y="0"/>
                    </a:moveTo>
                    <a:cubicBezTo>
                      <a:pt x="283884" y="0"/>
                      <a:pt x="365762" y="9132"/>
                      <a:pt x="365762" y="20398"/>
                    </a:cubicBezTo>
                    <a:lnTo>
                      <a:pt x="365762" y="938368"/>
                    </a:lnTo>
                    <a:lnTo>
                      <a:pt x="364294" y="939992"/>
                    </a:lnTo>
                    <a:lnTo>
                      <a:pt x="365760" y="954487"/>
                    </a:lnTo>
                    <a:cubicBezTo>
                      <a:pt x="365760" y="1055164"/>
                      <a:pt x="283882" y="1136779"/>
                      <a:pt x="182880" y="1136779"/>
                    </a:cubicBezTo>
                    <a:cubicBezTo>
                      <a:pt x="81878" y="1136779"/>
                      <a:pt x="0" y="1055164"/>
                      <a:pt x="0" y="954487"/>
                    </a:cubicBezTo>
                    <a:lnTo>
                      <a:pt x="1517" y="939486"/>
                    </a:lnTo>
                    <a:lnTo>
                      <a:pt x="2" y="938368"/>
                    </a:lnTo>
                    <a:lnTo>
                      <a:pt x="2" y="20398"/>
                    </a:lnTo>
                    <a:cubicBezTo>
                      <a:pt x="2" y="9132"/>
                      <a:pt x="81880" y="0"/>
                      <a:pt x="182882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2" name="Can 31">
                <a:extLst>
                  <a:ext uri="{FF2B5EF4-FFF2-40B4-BE49-F238E27FC236}">
                    <a16:creationId xmlns:a16="http://schemas.microsoft.com/office/drawing/2014/main" id="{7E3F0127-D101-41FF-5D51-E7A3F42250B3}"/>
                  </a:ext>
                </a:extLst>
              </p:cNvPr>
              <p:cNvSpPr/>
              <p:nvPr/>
            </p:nvSpPr>
            <p:spPr>
              <a:xfrm>
                <a:off x="3577722" y="2394750"/>
                <a:ext cx="402336" cy="78169"/>
              </a:xfrm>
              <a:prstGeom prst="can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4CC4C8FE-D362-DE97-9534-F16D36E562C4}"/>
                </a:ext>
              </a:extLst>
            </p:cNvPr>
            <p:cNvSpPr/>
            <p:nvPr/>
          </p:nvSpPr>
          <p:spPr>
            <a:xfrm>
              <a:off x="1814455" y="2441497"/>
              <a:ext cx="365760" cy="619957"/>
            </a:xfrm>
            <a:custGeom>
              <a:avLst/>
              <a:gdLst>
                <a:gd name="csX0" fmla="*/ 182880 w 365760"/>
                <a:gd name="csY0" fmla="*/ 0 h 619957"/>
                <a:gd name="csX1" fmla="*/ 365760 w 365760"/>
                <a:gd name="csY1" fmla="*/ 45720 h 619957"/>
                <a:gd name="csX2" fmla="*/ 365760 w 365760"/>
                <a:gd name="csY2" fmla="*/ 404682 h 619957"/>
                <a:gd name="csX3" fmla="*/ 363012 w 365760"/>
                <a:gd name="csY3" fmla="*/ 411498 h 619957"/>
                <a:gd name="csX4" fmla="*/ 365760 w 365760"/>
                <a:gd name="csY4" fmla="*/ 438542 h 619957"/>
                <a:gd name="csX5" fmla="*/ 182880 w 365760"/>
                <a:gd name="csY5" fmla="*/ 619957 h 619957"/>
                <a:gd name="csX6" fmla="*/ 0 w 365760"/>
                <a:gd name="csY6" fmla="*/ 438542 h 619957"/>
                <a:gd name="csX7" fmla="*/ 2946 w 365760"/>
                <a:gd name="csY7" fmla="*/ 409553 h 619957"/>
                <a:gd name="csX8" fmla="*/ 0 w 365760"/>
                <a:gd name="csY8" fmla="*/ 404682 h 619957"/>
                <a:gd name="csX9" fmla="*/ 0 w 365760"/>
                <a:gd name="csY9" fmla="*/ 45720 h 619957"/>
                <a:gd name="csX10" fmla="*/ 182880 w 365760"/>
                <a:gd name="csY10" fmla="*/ 0 h 6199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65760" h="619957">
                  <a:moveTo>
                    <a:pt x="182880" y="0"/>
                  </a:moveTo>
                  <a:cubicBezTo>
                    <a:pt x="283882" y="0"/>
                    <a:pt x="365760" y="20470"/>
                    <a:pt x="365760" y="45720"/>
                  </a:cubicBezTo>
                  <a:lnTo>
                    <a:pt x="365760" y="404682"/>
                  </a:lnTo>
                  <a:lnTo>
                    <a:pt x="363012" y="411498"/>
                  </a:lnTo>
                  <a:lnTo>
                    <a:pt x="365760" y="438542"/>
                  </a:lnTo>
                  <a:cubicBezTo>
                    <a:pt x="365760" y="538735"/>
                    <a:pt x="283882" y="619957"/>
                    <a:pt x="182880" y="619957"/>
                  </a:cubicBezTo>
                  <a:cubicBezTo>
                    <a:pt x="81878" y="619957"/>
                    <a:pt x="0" y="538735"/>
                    <a:pt x="0" y="438542"/>
                  </a:cubicBezTo>
                  <a:lnTo>
                    <a:pt x="2946" y="409553"/>
                  </a:lnTo>
                  <a:lnTo>
                    <a:pt x="0" y="404682"/>
                  </a:lnTo>
                  <a:lnTo>
                    <a:pt x="0" y="45720"/>
                  </a:lnTo>
                  <a:cubicBezTo>
                    <a:pt x="0" y="20470"/>
                    <a:pt x="81878" y="0"/>
                    <a:pt x="182880" y="0"/>
                  </a:cubicBezTo>
                  <a:close/>
                </a:path>
              </a:pathLst>
            </a:custGeom>
            <a:solidFill>
              <a:srgbClr val="9357B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4ADE7DC-A38D-19C5-9E7A-D9EB5F6BBF93}"/>
                </a:ext>
              </a:extLst>
            </p:cNvPr>
            <p:cNvSpPr/>
            <p:nvPr/>
          </p:nvSpPr>
          <p:spPr>
            <a:xfrm>
              <a:off x="1817150" y="2437604"/>
              <a:ext cx="365760" cy="45720"/>
            </a:xfrm>
            <a:prstGeom prst="ellipse">
              <a:avLst/>
            </a:prstGeom>
            <a:gradFill flip="none" rotWithShape="1">
              <a:gsLst>
                <a:gs pos="0">
                  <a:srgbClr val="9357B0">
                    <a:tint val="66000"/>
                    <a:satMod val="160000"/>
                  </a:srgbClr>
                </a:gs>
                <a:gs pos="50000">
                  <a:srgbClr val="9357B0">
                    <a:tint val="44500"/>
                    <a:satMod val="160000"/>
                  </a:srgbClr>
                </a:gs>
                <a:gs pos="100000">
                  <a:srgbClr val="9357B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9131A85D-EDBB-CFA9-7848-B7C9FB90AEDE}"/>
              </a:ext>
            </a:extLst>
          </p:cNvPr>
          <p:cNvSpPr/>
          <p:nvPr/>
        </p:nvSpPr>
        <p:spPr>
          <a:xfrm>
            <a:off x="4588359" y="1892723"/>
            <a:ext cx="2610364" cy="9144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2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JuliaMono Black</vt:lpstr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David, Benjamin</dc:creator>
  <cp:lastModifiedBy>David, Benjamin</cp:lastModifiedBy>
  <cp:revision>1</cp:revision>
  <dcterms:created xsi:type="dcterms:W3CDTF">2026-07-22T19:54:32Z</dcterms:created>
  <dcterms:modified xsi:type="dcterms:W3CDTF">2026-07-22T20:21:30Z</dcterms:modified>
</cp:coreProperties>
</file>