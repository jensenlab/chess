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6"/>
  </p:normalViewPr>
  <p:slideViewPr>
    <p:cSldViewPr snapToGrid="0">
      <p:cViewPr>
        <p:scale>
          <a:sx n="129" d="100"/>
          <a:sy n="129" d="100"/>
        </p:scale>
        <p:origin x="-90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4AC30-9F20-EBB5-C5F4-6FDAF3A84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C8C1C9-C45C-0C44-4439-E242A8FA1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DEC34-DD2A-CA8B-33A4-2E48F9094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7B59C-3EAB-FA41-B346-8223F321067C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AC367-3E94-B63A-A3C7-7B9ADC6B2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80AC0-C8F9-7378-478F-87A66B32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9A41F-20EA-A546-BE01-54D028498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044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D0EEA-4A91-0C81-A3B2-8E03C7FE8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AA300-AAC7-84A7-B876-9812C683F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CEF8F-5B6B-74BE-F0FD-54E20B922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7B59C-3EAB-FA41-B346-8223F321067C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F7C9C-0684-4641-41A9-3EACF8CBB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78105-6AC3-F62E-2E87-EA27FD98A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9A41F-20EA-A546-BE01-54D028498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048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CCCF6-88C0-12F4-C434-BEE7E375F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93A20-6494-6C30-F76D-FC4FE56D7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9A8F1-6167-8EAE-8C34-E2244FB93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7B59C-3EAB-FA41-B346-8223F321067C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9CFD-9554-14DF-735A-1EAC838D3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8EB29-F8C3-8030-C2DE-9A9A58572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9A41F-20EA-A546-BE01-54D028498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21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83346-07E8-602B-BB40-77A42B1F1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FF01A-4857-795B-C0FA-ED41BFB712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82FC8-D3E1-82CC-C0BA-9EB2DD99DB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E9A869-019A-0611-8F68-C2EFD5AB4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7B59C-3EAB-FA41-B346-8223F321067C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430C0-963F-D59E-0041-F4B58A7C6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94638-921A-36CF-5ED1-316B313DA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9A41F-20EA-A546-BE01-54D028498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611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CB063-4209-1C2D-B7B8-D7E4B2739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88BA14-F392-0B80-87A6-99A56254A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0BAE21-D3B2-C1F7-55FD-185E8421B4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D30723-68C4-3BF3-1D0F-9031826FE8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B6D44F-3E00-4256-EBBB-08EB12D842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C19413-FE99-F23A-7C3A-EDAFEF3B4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7B59C-3EAB-FA41-B346-8223F321067C}" type="datetimeFigureOut">
              <a:rPr lang="en-US" smtClean="0"/>
              <a:t>8/15/26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BEFE70-696D-F9EB-EDEC-CC06B2932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EDC479-536E-649C-E809-79E35C0F4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9A41F-20EA-A546-BE01-54D028498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554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4B8AA-D2CE-F9B7-E484-3B1C2EA51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5D1512-7588-48FD-A92A-37F4C7469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7B59C-3EAB-FA41-B346-8223F321067C}" type="datetimeFigureOut">
              <a:rPr lang="en-US" smtClean="0"/>
              <a:t>8/15/26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F3B391-7A50-60A2-8A39-6DEF3681F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D6928A-F08F-60B6-5A9F-EF5A9D141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9A41F-20EA-A546-BE01-54D028498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345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7BBD8A-2417-3DC4-9293-7D3AEECB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7B59C-3EAB-FA41-B346-8223F321067C}" type="datetimeFigureOut">
              <a:rPr lang="en-US" smtClean="0"/>
              <a:t>8/15/26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A68699-C81D-5D39-760B-3BB0678F4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EB07D-8D71-0779-AA66-5F1140439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9A41F-20EA-A546-BE01-54D028498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6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D8A19-B562-CB0B-BDD8-B8B8F13C0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8A158-8F40-8483-45DD-770EDA46A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5A9D-1327-B9E2-C613-20AB7F0684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708436-0281-8429-9917-A99A721C2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7B59C-3EAB-FA41-B346-8223F321067C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DCB01D-D85A-AB10-E4C2-62FED8BDD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E8EE3E-D042-D460-0B81-EDB13C1BD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9A41F-20EA-A546-BE01-54D028498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384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49BA2-FBFE-F644-7CBD-2B626A7F0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628856-59D4-C74D-49C1-6C9BE5586D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FF0179-B087-6E90-40D3-1F681E2CD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6776C-5F6C-D1EF-C7A8-D5CD562E4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7B59C-3EAB-FA41-B346-8223F321067C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5D24EB-B583-7163-3DAA-52F6895C1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F2E93A-593E-6448-432C-B74B0EB32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9A41F-20EA-A546-BE01-54D028498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85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03CDB-26F5-FB25-D134-E893935D1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3EA67C-862B-CFF7-45BB-9BE1FDB329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82AC3-BFC9-FECC-DBA4-1D4FBBB80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7B59C-3EAB-FA41-B346-8223F321067C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214D0-A557-D908-0BE7-E93FF3F73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FB612-A8E8-935F-EDF9-E039865C1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9A41F-20EA-A546-BE01-54D028498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70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7E31E2-8747-0BFB-FB60-3F33ADC33C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73D3EE-A2B8-D75B-CB20-00403305BD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D3AD4-4FB7-5733-4D64-5271CC9E0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7B59C-3EAB-FA41-B346-8223F321067C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9E91C-6E22-244B-84FB-DAB57E758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B9944-F3AE-E24A-F876-A7307D834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9A41F-20EA-A546-BE01-54D028498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049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294E51-8350-C8FD-17DB-2F4A86D82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D522A-90D7-C733-C4D1-96BFFA7EB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94F7D-AF1D-C0BE-F95B-E76A4E275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07B59C-3EAB-FA41-B346-8223F321067C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808D3-D0B1-DBF7-7D84-0C12D4EB36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2ED1-5898-468F-1D1A-F3F4A6E48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49A41F-20EA-A546-BE01-54D028498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09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DFB453-F5F3-D661-B407-A091CE0B2E0E}"/>
              </a:ext>
            </a:extLst>
          </p:cNvPr>
          <p:cNvSpPr>
            <a:spLocks noChangeAspect="1"/>
          </p:cNvSpPr>
          <p:nvPr/>
        </p:nvSpPr>
        <p:spPr>
          <a:xfrm>
            <a:off x="1488547" y="22720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A5E4C9-22F7-F8E4-B033-7307164FDAEE}"/>
              </a:ext>
            </a:extLst>
          </p:cNvPr>
          <p:cNvSpPr>
            <a:spLocks noChangeAspect="1"/>
          </p:cNvSpPr>
          <p:nvPr/>
        </p:nvSpPr>
        <p:spPr>
          <a:xfrm>
            <a:off x="1717147" y="22720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A8199F-EF5B-6FEE-3375-BC185683B7B4}"/>
              </a:ext>
            </a:extLst>
          </p:cNvPr>
          <p:cNvSpPr>
            <a:spLocks noChangeAspect="1"/>
          </p:cNvSpPr>
          <p:nvPr/>
        </p:nvSpPr>
        <p:spPr>
          <a:xfrm>
            <a:off x="1945747" y="22720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0586F6-EACE-691A-7BF4-CD5B084536C7}"/>
              </a:ext>
            </a:extLst>
          </p:cNvPr>
          <p:cNvSpPr>
            <a:spLocks noChangeAspect="1"/>
          </p:cNvSpPr>
          <p:nvPr/>
        </p:nvSpPr>
        <p:spPr>
          <a:xfrm>
            <a:off x="2174347" y="22720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74E185-E552-D733-E9C7-BBBA1E999394}"/>
              </a:ext>
            </a:extLst>
          </p:cNvPr>
          <p:cNvSpPr>
            <a:spLocks noChangeAspect="1"/>
          </p:cNvSpPr>
          <p:nvPr/>
        </p:nvSpPr>
        <p:spPr>
          <a:xfrm>
            <a:off x="2402947" y="22720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D4E869-2F34-C58F-E47B-12ADA3D0E13C}"/>
              </a:ext>
            </a:extLst>
          </p:cNvPr>
          <p:cNvSpPr>
            <a:spLocks noChangeAspect="1"/>
          </p:cNvSpPr>
          <p:nvPr/>
        </p:nvSpPr>
        <p:spPr>
          <a:xfrm>
            <a:off x="2631547" y="22720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DBFA32-305B-4133-7138-4F234CB1F580}"/>
              </a:ext>
            </a:extLst>
          </p:cNvPr>
          <p:cNvSpPr>
            <a:spLocks noChangeAspect="1"/>
          </p:cNvSpPr>
          <p:nvPr/>
        </p:nvSpPr>
        <p:spPr>
          <a:xfrm>
            <a:off x="2860147" y="22720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30CF1-0E37-5F76-6493-EB5705706034}"/>
              </a:ext>
            </a:extLst>
          </p:cNvPr>
          <p:cNvSpPr>
            <a:spLocks noChangeAspect="1"/>
          </p:cNvSpPr>
          <p:nvPr/>
        </p:nvSpPr>
        <p:spPr>
          <a:xfrm>
            <a:off x="3088747" y="22720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41DD19-69A4-C7B0-0C8D-8B22D1DD3218}"/>
              </a:ext>
            </a:extLst>
          </p:cNvPr>
          <p:cNvSpPr>
            <a:spLocks noChangeAspect="1"/>
          </p:cNvSpPr>
          <p:nvPr/>
        </p:nvSpPr>
        <p:spPr>
          <a:xfrm>
            <a:off x="3317347" y="22720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18C777-6F15-A81B-228C-B7DAA98C9BF3}"/>
              </a:ext>
            </a:extLst>
          </p:cNvPr>
          <p:cNvSpPr>
            <a:spLocks noChangeAspect="1"/>
          </p:cNvSpPr>
          <p:nvPr/>
        </p:nvSpPr>
        <p:spPr>
          <a:xfrm>
            <a:off x="3545947" y="22720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558B0A-5DC1-B381-3A34-582DE9DE8753}"/>
              </a:ext>
            </a:extLst>
          </p:cNvPr>
          <p:cNvSpPr>
            <a:spLocks noChangeAspect="1"/>
          </p:cNvSpPr>
          <p:nvPr/>
        </p:nvSpPr>
        <p:spPr>
          <a:xfrm>
            <a:off x="3774547" y="22720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C386B1-6DA4-5ECD-7377-4A51E1FCFE4B}"/>
              </a:ext>
            </a:extLst>
          </p:cNvPr>
          <p:cNvSpPr>
            <a:spLocks noChangeAspect="1"/>
          </p:cNvSpPr>
          <p:nvPr/>
        </p:nvSpPr>
        <p:spPr>
          <a:xfrm>
            <a:off x="4003147" y="22720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C64466-BDD0-2CFC-DAEB-62B3C3CB3F24}"/>
              </a:ext>
            </a:extLst>
          </p:cNvPr>
          <p:cNvSpPr>
            <a:spLocks noChangeAspect="1"/>
          </p:cNvSpPr>
          <p:nvPr/>
        </p:nvSpPr>
        <p:spPr>
          <a:xfrm>
            <a:off x="1488547" y="25006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FB809D-FFE8-432D-4B36-5E1D084A3B09}"/>
              </a:ext>
            </a:extLst>
          </p:cNvPr>
          <p:cNvSpPr>
            <a:spLocks noChangeAspect="1"/>
          </p:cNvSpPr>
          <p:nvPr/>
        </p:nvSpPr>
        <p:spPr>
          <a:xfrm>
            <a:off x="1717147" y="25006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E64614-33F5-ECD4-BE5C-8C2341F67723}"/>
              </a:ext>
            </a:extLst>
          </p:cNvPr>
          <p:cNvSpPr>
            <a:spLocks noChangeAspect="1"/>
          </p:cNvSpPr>
          <p:nvPr/>
        </p:nvSpPr>
        <p:spPr>
          <a:xfrm>
            <a:off x="1945747" y="25006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3655B9-7A00-A427-0494-62B43D079538}"/>
              </a:ext>
            </a:extLst>
          </p:cNvPr>
          <p:cNvSpPr>
            <a:spLocks noChangeAspect="1"/>
          </p:cNvSpPr>
          <p:nvPr/>
        </p:nvSpPr>
        <p:spPr>
          <a:xfrm>
            <a:off x="2174347" y="25006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298B8E-6F96-1A2D-EC72-64E37735D5BC}"/>
              </a:ext>
            </a:extLst>
          </p:cNvPr>
          <p:cNvSpPr>
            <a:spLocks noChangeAspect="1"/>
          </p:cNvSpPr>
          <p:nvPr/>
        </p:nvSpPr>
        <p:spPr>
          <a:xfrm>
            <a:off x="2402947" y="25006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F4CE51-CCD9-3AF3-994D-879274FE64F3}"/>
              </a:ext>
            </a:extLst>
          </p:cNvPr>
          <p:cNvSpPr>
            <a:spLocks noChangeAspect="1"/>
          </p:cNvSpPr>
          <p:nvPr/>
        </p:nvSpPr>
        <p:spPr>
          <a:xfrm>
            <a:off x="2631547" y="25006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AB4DE4-A4FC-3391-44C2-AF54606375B6}"/>
              </a:ext>
            </a:extLst>
          </p:cNvPr>
          <p:cNvSpPr>
            <a:spLocks noChangeAspect="1"/>
          </p:cNvSpPr>
          <p:nvPr/>
        </p:nvSpPr>
        <p:spPr>
          <a:xfrm>
            <a:off x="2860147" y="25006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F9B26D-01DD-0CAF-1FF1-0C4D7EC234B8}"/>
              </a:ext>
            </a:extLst>
          </p:cNvPr>
          <p:cNvSpPr>
            <a:spLocks noChangeAspect="1"/>
          </p:cNvSpPr>
          <p:nvPr/>
        </p:nvSpPr>
        <p:spPr>
          <a:xfrm>
            <a:off x="3088747" y="25006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847003-C70A-55DB-021F-2AC60637745F}"/>
              </a:ext>
            </a:extLst>
          </p:cNvPr>
          <p:cNvSpPr>
            <a:spLocks noChangeAspect="1"/>
          </p:cNvSpPr>
          <p:nvPr/>
        </p:nvSpPr>
        <p:spPr>
          <a:xfrm>
            <a:off x="3317347" y="25006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DED3D81-1818-E848-8553-E63A998D7C73}"/>
              </a:ext>
            </a:extLst>
          </p:cNvPr>
          <p:cNvSpPr>
            <a:spLocks noChangeAspect="1"/>
          </p:cNvSpPr>
          <p:nvPr/>
        </p:nvSpPr>
        <p:spPr>
          <a:xfrm>
            <a:off x="3545947" y="25006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E137F0-6956-EFF9-BE97-59853CB42504}"/>
              </a:ext>
            </a:extLst>
          </p:cNvPr>
          <p:cNvSpPr>
            <a:spLocks noChangeAspect="1"/>
          </p:cNvSpPr>
          <p:nvPr/>
        </p:nvSpPr>
        <p:spPr>
          <a:xfrm>
            <a:off x="3774547" y="25006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8A9579-3194-90F6-1614-B525F114FEB0}"/>
              </a:ext>
            </a:extLst>
          </p:cNvPr>
          <p:cNvSpPr>
            <a:spLocks noChangeAspect="1"/>
          </p:cNvSpPr>
          <p:nvPr/>
        </p:nvSpPr>
        <p:spPr>
          <a:xfrm>
            <a:off x="4003147" y="25006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B682E1-23F4-BD71-D7D4-65A061332C39}"/>
              </a:ext>
            </a:extLst>
          </p:cNvPr>
          <p:cNvSpPr>
            <a:spLocks noChangeAspect="1"/>
          </p:cNvSpPr>
          <p:nvPr/>
        </p:nvSpPr>
        <p:spPr>
          <a:xfrm>
            <a:off x="1488547" y="27292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057E313-B6EA-454D-095F-5D796D8D3BDF}"/>
              </a:ext>
            </a:extLst>
          </p:cNvPr>
          <p:cNvSpPr>
            <a:spLocks noChangeAspect="1"/>
          </p:cNvSpPr>
          <p:nvPr/>
        </p:nvSpPr>
        <p:spPr>
          <a:xfrm>
            <a:off x="1717147" y="27292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E27AD7-965F-646D-639C-B59738948614}"/>
              </a:ext>
            </a:extLst>
          </p:cNvPr>
          <p:cNvSpPr>
            <a:spLocks noChangeAspect="1"/>
          </p:cNvSpPr>
          <p:nvPr/>
        </p:nvSpPr>
        <p:spPr>
          <a:xfrm>
            <a:off x="1945747" y="27292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D5774AE-D175-8182-8469-FA85198B87B2}"/>
              </a:ext>
            </a:extLst>
          </p:cNvPr>
          <p:cNvSpPr>
            <a:spLocks noChangeAspect="1"/>
          </p:cNvSpPr>
          <p:nvPr/>
        </p:nvSpPr>
        <p:spPr>
          <a:xfrm>
            <a:off x="2174347" y="27292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B5CADC6-9940-A653-77DE-046B628FEC65}"/>
              </a:ext>
            </a:extLst>
          </p:cNvPr>
          <p:cNvSpPr>
            <a:spLocks noChangeAspect="1"/>
          </p:cNvSpPr>
          <p:nvPr/>
        </p:nvSpPr>
        <p:spPr>
          <a:xfrm>
            <a:off x="2402947" y="27292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92C5D07-F239-3AE7-E8FC-728916BA75BF}"/>
              </a:ext>
            </a:extLst>
          </p:cNvPr>
          <p:cNvSpPr>
            <a:spLocks noChangeAspect="1"/>
          </p:cNvSpPr>
          <p:nvPr/>
        </p:nvSpPr>
        <p:spPr>
          <a:xfrm>
            <a:off x="2631547" y="27292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56CADE3-FCBA-5FF3-E09B-E1618797D403}"/>
              </a:ext>
            </a:extLst>
          </p:cNvPr>
          <p:cNvSpPr>
            <a:spLocks noChangeAspect="1"/>
          </p:cNvSpPr>
          <p:nvPr/>
        </p:nvSpPr>
        <p:spPr>
          <a:xfrm>
            <a:off x="2860147" y="27292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7F0F1C3-62D3-D032-3F77-E320DD2C4815}"/>
              </a:ext>
            </a:extLst>
          </p:cNvPr>
          <p:cNvSpPr>
            <a:spLocks noChangeAspect="1"/>
          </p:cNvSpPr>
          <p:nvPr/>
        </p:nvSpPr>
        <p:spPr>
          <a:xfrm>
            <a:off x="3088747" y="27292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6794F1E-A683-4F8B-D156-98D46D14E405}"/>
              </a:ext>
            </a:extLst>
          </p:cNvPr>
          <p:cNvSpPr>
            <a:spLocks noChangeAspect="1"/>
          </p:cNvSpPr>
          <p:nvPr/>
        </p:nvSpPr>
        <p:spPr>
          <a:xfrm>
            <a:off x="3317347" y="27292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2A90D80-2583-032E-0EC8-755AC6A92443}"/>
              </a:ext>
            </a:extLst>
          </p:cNvPr>
          <p:cNvSpPr>
            <a:spLocks noChangeAspect="1"/>
          </p:cNvSpPr>
          <p:nvPr/>
        </p:nvSpPr>
        <p:spPr>
          <a:xfrm>
            <a:off x="3545947" y="27292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D0E7481-D0EB-205F-0006-418063CEE3E6}"/>
              </a:ext>
            </a:extLst>
          </p:cNvPr>
          <p:cNvSpPr>
            <a:spLocks noChangeAspect="1"/>
          </p:cNvSpPr>
          <p:nvPr/>
        </p:nvSpPr>
        <p:spPr>
          <a:xfrm>
            <a:off x="3774547" y="27292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399C872-31CA-401A-2AD3-B9105C358AC0}"/>
              </a:ext>
            </a:extLst>
          </p:cNvPr>
          <p:cNvSpPr>
            <a:spLocks noChangeAspect="1"/>
          </p:cNvSpPr>
          <p:nvPr/>
        </p:nvSpPr>
        <p:spPr>
          <a:xfrm>
            <a:off x="4003147" y="27292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403FC6A-2B5C-A297-A58D-231062F038ED}"/>
              </a:ext>
            </a:extLst>
          </p:cNvPr>
          <p:cNvSpPr>
            <a:spLocks noChangeAspect="1"/>
          </p:cNvSpPr>
          <p:nvPr/>
        </p:nvSpPr>
        <p:spPr>
          <a:xfrm>
            <a:off x="1488547" y="29578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ABDA2F9-5801-B5B6-A931-1BB86B5CA9B0}"/>
              </a:ext>
            </a:extLst>
          </p:cNvPr>
          <p:cNvSpPr>
            <a:spLocks noChangeAspect="1"/>
          </p:cNvSpPr>
          <p:nvPr/>
        </p:nvSpPr>
        <p:spPr>
          <a:xfrm>
            <a:off x="1717147" y="29578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7A35F40-8296-E7AB-3A80-AECCC3330548}"/>
              </a:ext>
            </a:extLst>
          </p:cNvPr>
          <p:cNvSpPr>
            <a:spLocks noChangeAspect="1"/>
          </p:cNvSpPr>
          <p:nvPr/>
        </p:nvSpPr>
        <p:spPr>
          <a:xfrm>
            <a:off x="1945747" y="29578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18C3DE9-4192-D329-A964-B4A120F00255}"/>
              </a:ext>
            </a:extLst>
          </p:cNvPr>
          <p:cNvSpPr>
            <a:spLocks noChangeAspect="1"/>
          </p:cNvSpPr>
          <p:nvPr/>
        </p:nvSpPr>
        <p:spPr>
          <a:xfrm>
            <a:off x="2174347" y="29578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AD95815-578F-3D0D-0004-E995AD45A214}"/>
              </a:ext>
            </a:extLst>
          </p:cNvPr>
          <p:cNvSpPr>
            <a:spLocks noChangeAspect="1"/>
          </p:cNvSpPr>
          <p:nvPr/>
        </p:nvSpPr>
        <p:spPr>
          <a:xfrm>
            <a:off x="2402947" y="29578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63EF954-85A7-164A-3159-4404112B5930}"/>
              </a:ext>
            </a:extLst>
          </p:cNvPr>
          <p:cNvSpPr>
            <a:spLocks noChangeAspect="1"/>
          </p:cNvSpPr>
          <p:nvPr/>
        </p:nvSpPr>
        <p:spPr>
          <a:xfrm>
            <a:off x="2631547" y="29578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779F592-FD78-7C4B-3AB8-B753CD08F36D}"/>
              </a:ext>
            </a:extLst>
          </p:cNvPr>
          <p:cNvSpPr>
            <a:spLocks noChangeAspect="1"/>
          </p:cNvSpPr>
          <p:nvPr/>
        </p:nvSpPr>
        <p:spPr>
          <a:xfrm>
            <a:off x="2860147" y="29578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67F6C3B-8861-CDA2-AD22-3E6BBFC84179}"/>
              </a:ext>
            </a:extLst>
          </p:cNvPr>
          <p:cNvSpPr>
            <a:spLocks noChangeAspect="1"/>
          </p:cNvSpPr>
          <p:nvPr/>
        </p:nvSpPr>
        <p:spPr>
          <a:xfrm>
            <a:off x="3088747" y="29578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C79A691-9AA9-3E33-E10A-BEDF2DDA6631}"/>
              </a:ext>
            </a:extLst>
          </p:cNvPr>
          <p:cNvSpPr>
            <a:spLocks noChangeAspect="1"/>
          </p:cNvSpPr>
          <p:nvPr/>
        </p:nvSpPr>
        <p:spPr>
          <a:xfrm>
            <a:off x="3317347" y="29578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4783467-9C59-DD85-35BF-D892B9F3DCC9}"/>
              </a:ext>
            </a:extLst>
          </p:cNvPr>
          <p:cNvSpPr>
            <a:spLocks noChangeAspect="1"/>
          </p:cNvSpPr>
          <p:nvPr/>
        </p:nvSpPr>
        <p:spPr>
          <a:xfrm>
            <a:off x="3545947" y="29578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E95432E-F550-24C1-980A-6DB2D28B841E}"/>
              </a:ext>
            </a:extLst>
          </p:cNvPr>
          <p:cNvSpPr>
            <a:spLocks noChangeAspect="1"/>
          </p:cNvSpPr>
          <p:nvPr/>
        </p:nvSpPr>
        <p:spPr>
          <a:xfrm>
            <a:off x="3774547" y="29578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53C06F3-71FD-9964-8C07-31F56F1E2E69}"/>
              </a:ext>
            </a:extLst>
          </p:cNvPr>
          <p:cNvSpPr>
            <a:spLocks noChangeAspect="1"/>
          </p:cNvSpPr>
          <p:nvPr/>
        </p:nvSpPr>
        <p:spPr>
          <a:xfrm>
            <a:off x="4003147" y="295786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EBA7941-800F-FB82-964E-B1E92828B54C}"/>
              </a:ext>
            </a:extLst>
          </p:cNvPr>
          <p:cNvSpPr>
            <a:spLocks noChangeAspect="1"/>
          </p:cNvSpPr>
          <p:nvPr/>
        </p:nvSpPr>
        <p:spPr>
          <a:xfrm>
            <a:off x="1488547" y="31805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D8057C9-6750-C56B-6E6F-065A4B924652}"/>
              </a:ext>
            </a:extLst>
          </p:cNvPr>
          <p:cNvSpPr>
            <a:spLocks noChangeAspect="1"/>
          </p:cNvSpPr>
          <p:nvPr/>
        </p:nvSpPr>
        <p:spPr>
          <a:xfrm>
            <a:off x="1717147" y="31805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84C5597-A2FE-ED34-D9E7-A29F09209256}"/>
              </a:ext>
            </a:extLst>
          </p:cNvPr>
          <p:cNvSpPr>
            <a:spLocks noChangeAspect="1"/>
          </p:cNvSpPr>
          <p:nvPr/>
        </p:nvSpPr>
        <p:spPr>
          <a:xfrm>
            <a:off x="1945747" y="31805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627AC34-C073-ECDD-5C84-DD7A404004B9}"/>
              </a:ext>
            </a:extLst>
          </p:cNvPr>
          <p:cNvSpPr>
            <a:spLocks noChangeAspect="1"/>
          </p:cNvSpPr>
          <p:nvPr/>
        </p:nvSpPr>
        <p:spPr>
          <a:xfrm>
            <a:off x="2174347" y="31805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ABEEF75-A0CC-A230-B5EC-66004DB347EB}"/>
              </a:ext>
            </a:extLst>
          </p:cNvPr>
          <p:cNvSpPr>
            <a:spLocks noChangeAspect="1"/>
          </p:cNvSpPr>
          <p:nvPr/>
        </p:nvSpPr>
        <p:spPr>
          <a:xfrm>
            <a:off x="2402947" y="31805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FBCAAFE-2E08-70B6-B688-F1D4766689F8}"/>
              </a:ext>
            </a:extLst>
          </p:cNvPr>
          <p:cNvSpPr>
            <a:spLocks noChangeAspect="1"/>
          </p:cNvSpPr>
          <p:nvPr/>
        </p:nvSpPr>
        <p:spPr>
          <a:xfrm>
            <a:off x="2631547" y="31805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537282B-E983-FC7F-221D-DB6CAA3519B8}"/>
              </a:ext>
            </a:extLst>
          </p:cNvPr>
          <p:cNvSpPr>
            <a:spLocks noChangeAspect="1"/>
          </p:cNvSpPr>
          <p:nvPr/>
        </p:nvSpPr>
        <p:spPr>
          <a:xfrm>
            <a:off x="2860147" y="31805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B82E536-84BC-1156-E496-75EE00E8CC69}"/>
              </a:ext>
            </a:extLst>
          </p:cNvPr>
          <p:cNvSpPr>
            <a:spLocks noChangeAspect="1"/>
          </p:cNvSpPr>
          <p:nvPr/>
        </p:nvSpPr>
        <p:spPr>
          <a:xfrm>
            <a:off x="3088747" y="31805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AD0C9F6-362C-F15C-E2B6-06C1A557E633}"/>
              </a:ext>
            </a:extLst>
          </p:cNvPr>
          <p:cNvSpPr>
            <a:spLocks noChangeAspect="1"/>
          </p:cNvSpPr>
          <p:nvPr/>
        </p:nvSpPr>
        <p:spPr>
          <a:xfrm>
            <a:off x="3317347" y="31805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6244AA6-339C-DBF7-2A50-3629734D896B}"/>
              </a:ext>
            </a:extLst>
          </p:cNvPr>
          <p:cNvSpPr>
            <a:spLocks noChangeAspect="1"/>
          </p:cNvSpPr>
          <p:nvPr/>
        </p:nvSpPr>
        <p:spPr>
          <a:xfrm>
            <a:off x="3545947" y="31805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E4660A2-9BD3-8176-525A-23098D2D491B}"/>
              </a:ext>
            </a:extLst>
          </p:cNvPr>
          <p:cNvSpPr>
            <a:spLocks noChangeAspect="1"/>
          </p:cNvSpPr>
          <p:nvPr/>
        </p:nvSpPr>
        <p:spPr>
          <a:xfrm>
            <a:off x="3774547" y="31805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0016818-2D87-5C70-3754-18E5BC00CF0F}"/>
              </a:ext>
            </a:extLst>
          </p:cNvPr>
          <p:cNvSpPr>
            <a:spLocks noChangeAspect="1"/>
          </p:cNvSpPr>
          <p:nvPr/>
        </p:nvSpPr>
        <p:spPr>
          <a:xfrm>
            <a:off x="4003147" y="31805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C0E3FA5-A6CA-6D5B-BBDE-E7CF4B2B5592}"/>
              </a:ext>
            </a:extLst>
          </p:cNvPr>
          <p:cNvSpPr>
            <a:spLocks noChangeAspect="1"/>
          </p:cNvSpPr>
          <p:nvPr/>
        </p:nvSpPr>
        <p:spPr>
          <a:xfrm>
            <a:off x="1488547" y="34091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642DA2B-F079-B446-1CC8-FA33C656C710}"/>
              </a:ext>
            </a:extLst>
          </p:cNvPr>
          <p:cNvSpPr>
            <a:spLocks noChangeAspect="1"/>
          </p:cNvSpPr>
          <p:nvPr/>
        </p:nvSpPr>
        <p:spPr>
          <a:xfrm>
            <a:off x="1717147" y="34091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DD450EA-DECB-A98D-B62B-810087C4817C}"/>
              </a:ext>
            </a:extLst>
          </p:cNvPr>
          <p:cNvSpPr>
            <a:spLocks noChangeAspect="1"/>
          </p:cNvSpPr>
          <p:nvPr/>
        </p:nvSpPr>
        <p:spPr>
          <a:xfrm>
            <a:off x="1945747" y="34091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F4E30D6-BD19-489D-C84B-0ADA5B471959}"/>
              </a:ext>
            </a:extLst>
          </p:cNvPr>
          <p:cNvSpPr>
            <a:spLocks noChangeAspect="1"/>
          </p:cNvSpPr>
          <p:nvPr/>
        </p:nvSpPr>
        <p:spPr>
          <a:xfrm>
            <a:off x="2174347" y="34091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A65F0D5-FA79-B672-5F90-C549A2E4896C}"/>
              </a:ext>
            </a:extLst>
          </p:cNvPr>
          <p:cNvSpPr>
            <a:spLocks noChangeAspect="1"/>
          </p:cNvSpPr>
          <p:nvPr/>
        </p:nvSpPr>
        <p:spPr>
          <a:xfrm>
            <a:off x="2402947" y="34091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B98FCA3-86CC-9FB6-B133-A4AED4F56583}"/>
              </a:ext>
            </a:extLst>
          </p:cNvPr>
          <p:cNvSpPr>
            <a:spLocks noChangeAspect="1"/>
          </p:cNvSpPr>
          <p:nvPr/>
        </p:nvSpPr>
        <p:spPr>
          <a:xfrm>
            <a:off x="2631547" y="34091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8D4B6A1-C9BF-6E1B-BD92-FA34E9373B05}"/>
              </a:ext>
            </a:extLst>
          </p:cNvPr>
          <p:cNvSpPr>
            <a:spLocks noChangeAspect="1"/>
          </p:cNvSpPr>
          <p:nvPr/>
        </p:nvSpPr>
        <p:spPr>
          <a:xfrm>
            <a:off x="2860147" y="34091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E6FD761-E96F-9379-13C0-6E26A5F567F7}"/>
              </a:ext>
            </a:extLst>
          </p:cNvPr>
          <p:cNvSpPr>
            <a:spLocks noChangeAspect="1"/>
          </p:cNvSpPr>
          <p:nvPr/>
        </p:nvSpPr>
        <p:spPr>
          <a:xfrm>
            <a:off x="3088747" y="34091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27AAB8A-B01F-DCF0-D1CF-B2516FAFE85C}"/>
              </a:ext>
            </a:extLst>
          </p:cNvPr>
          <p:cNvSpPr>
            <a:spLocks noChangeAspect="1"/>
          </p:cNvSpPr>
          <p:nvPr/>
        </p:nvSpPr>
        <p:spPr>
          <a:xfrm>
            <a:off x="3317347" y="34091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0E83DC0-6996-B8E8-1506-77262A6461AC}"/>
              </a:ext>
            </a:extLst>
          </p:cNvPr>
          <p:cNvSpPr>
            <a:spLocks noChangeAspect="1"/>
          </p:cNvSpPr>
          <p:nvPr/>
        </p:nvSpPr>
        <p:spPr>
          <a:xfrm>
            <a:off x="3545947" y="34091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93F1AB7-5C57-DEAE-1CB6-17CAD97F2105}"/>
              </a:ext>
            </a:extLst>
          </p:cNvPr>
          <p:cNvSpPr>
            <a:spLocks noChangeAspect="1"/>
          </p:cNvSpPr>
          <p:nvPr/>
        </p:nvSpPr>
        <p:spPr>
          <a:xfrm>
            <a:off x="3774547" y="34091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644AB5E-1D5B-E159-DA61-3919B2A7D7EB}"/>
              </a:ext>
            </a:extLst>
          </p:cNvPr>
          <p:cNvSpPr>
            <a:spLocks noChangeAspect="1"/>
          </p:cNvSpPr>
          <p:nvPr/>
        </p:nvSpPr>
        <p:spPr>
          <a:xfrm>
            <a:off x="4003147" y="34091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F482997-4172-0745-1318-6EBD7F891F88}"/>
              </a:ext>
            </a:extLst>
          </p:cNvPr>
          <p:cNvSpPr>
            <a:spLocks noChangeAspect="1"/>
          </p:cNvSpPr>
          <p:nvPr/>
        </p:nvSpPr>
        <p:spPr>
          <a:xfrm>
            <a:off x="1488547" y="36377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E8A2FCB-62B0-A9B8-C6AA-929706EC4B54}"/>
              </a:ext>
            </a:extLst>
          </p:cNvPr>
          <p:cNvSpPr>
            <a:spLocks noChangeAspect="1"/>
          </p:cNvSpPr>
          <p:nvPr/>
        </p:nvSpPr>
        <p:spPr>
          <a:xfrm>
            <a:off x="1717147" y="36377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456CF0B-79AE-DB05-E7C5-4996854C3512}"/>
              </a:ext>
            </a:extLst>
          </p:cNvPr>
          <p:cNvSpPr>
            <a:spLocks noChangeAspect="1"/>
          </p:cNvSpPr>
          <p:nvPr/>
        </p:nvSpPr>
        <p:spPr>
          <a:xfrm>
            <a:off x="1945747" y="36377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CC7E5E5-27E9-0ED6-D809-CAB9AC345F69}"/>
              </a:ext>
            </a:extLst>
          </p:cNvPr>
          <p:cNvSpPr>
            <a:spLocks noChangeAspect="1"/>
          </p:cNvSpPr>
          <p:nvPr/>
        </p:nvSpPr>
        <p:spPr>
          <a:xfrm>
            <a:off x="2174347" y="36377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F5D2E4C-48DF-E02E-9EC9-586C909A3A6F}"/>
              </a:ext>
            </a:extLst>
          </p:cNvPr>
          <p:cNvSpPr>
            <a:spLocks noChangeAspect="1"/>
          </p:cNvSpPr>
          <p:nvPr/>
        </p:nvSpPr>
        <p:spPr>
          <a:xfrm>
            <a:off x="2402947" y="36377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B0DC76B-7E39-D8A4-F28A-750C9261DCA5}"/>
              </a:ext>
            </a:extLst>
          </p:cNvPr>
          <p:cNvSpPr>
            <a:spLocks noChangeAspect="1"/>
          </p:cNvSpPr>
          <p:nvPr/>
        </p:nvSpPr>
        <p:spPr>
          <a:xfrm>
            <a:off x="2631547" y="36377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B6E1F59-8D54-7B55-15A5-DAB5798EE544}"/>
              </a:ext>
            </a:extLst>
          </p:cNvPr>
          <p:cNvSpPr>
            <a:spLocks noChangeAspect="1"/>
          </p:cNvSpPr>
          <p:nvPr/>
        </p:nvSpPr>
        <p:spPr>
          <a:xfrm>
            <a:off x="2860147" y="36377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143679C-7E99-9F9F-BC0E-2B50C3521F42}"/>
              </a:ext>
            </a:extLst>
          </p:cNvPr>
          <p:cNvSpPr>
            <a:spLocks noChangeAspect="1"/>
          </p:cNvSpPr>
          <p:nvPr/>
        </p:nvSpPr>
        <p:spPr>
          <a:xfrm>
            <a:off x="3088747" y="36377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D2269C5-CB13-E261-FD1F-2862AD22FEA0}"/>
              </a:ext>
            </a:extLst>
          </p:cNvPr>
          <p:cNvSpPr>
            <a:spLocks noChangeAspect="1"/>
          </p:cNvSpPr>
          <p:nvPr/>
        </p:nvSpPr>
        <p:spPr>
          <a:xfrm>
            <a:off x="3317347" y="36377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542226B-6F32-4224-8F62-25C7D2968C36}"/>
              </a:ext>
            </a:extLst>
          </p:cNvPr>
          <p:cNvSpPr>
            <a:spLocks noChangeAspect="1"/>
          </p:cNvSpPr>
          <p:nvPr/>
        </p:nvSpPr>
        <p:spPr>
          <a:xfrm>
            <a:off x="3545947" y="36377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988F28C-517E-9CC5-5475-672B20E9B6CE}"/>
              </a:ext>
            </a:extLst>
          </p:cNvPr>
          <p:cNvSpPr>
            <a:spLocks noChangeAspect="1"/>
          </p:cNvSpPr>
          <p:nvPr/>
        </p:nvSpPr>
        <p:spPr>
          <a:xfrm>
            <a:off x="3774547" y="36377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20F950C-EA37-D224-4247-2B5C1FABC9AE}"/>
              </a:ext>
            </a:extLst>
          </p:cNvPr>
          <p:cNvSpPr>
            <a:spLocks noChangeAspect="1"/>
          </p:cNvSpPr>
          <p:nvPr/>
        </p:nvSpPr>
        <p:spPr>
          <a:xfrm>
            <a:off x="4003147" y="36377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9D4F2A6-95BF-248E-E242-B7524E9DE0BE}"/>
              </a:ext>
            </a:extLst>
          </p:cNvPr>
          <p:cNvSpPr>
            <a:spLocks noChangeAspect="1"/>
          </p:cNvSpPr>
          <p:nvPr/>
        </p:nvSpPr>
        <p:spPr>
          <a:xfrm>
            <a:off x="1488547" y="38663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15454FC-4C5B-A5B9-6E4C-A74DC7850481}"/>
              </a:ext>
            </a:extLst>
          </p:cNvPr>
          <p:cNvSpPr>
            <a:spLocks noChangeAspect="1"/>
          </p:cNvSpPr>
          <p:nvPr/>
        </p:nvSpPr>
        <p:spPr>
          <a:xfrm>
            <a:off x="1717147" y="38663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60DC557-3C52-993F-D5DC-1FD7B28D74A4}"/>
              </a:ext>
            </a:extLst>
          </p:cNvPr>
          <p:cNvSpPr>
            <a:spLocks noChangeAspect="1"/>
          </p:cNvSpPr>
          <p:nvPr/>
        </p:nvSpPr>
        <p:spPr>
          <a:xfrm>
            <a:off x="1945747" y="38663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A8EDF3F-A129-DFCB-11C7-45BF960E8604}"/>
              </a:ext>
            </a:extLst>
          </p:cNvPr>
          <p:cNvSpPr>
            <a:spLocks noChangeAspect="1"/>
          </p:cNvSpPr>
          <p:nvPr/>
        </p:nvSpPr>
        <p:spPr>
          <a:xfrm>
            <a:off x="2174347" y="38663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E258071-7912-00C2-CA30-1AB2560B63E7}"/>
              </a:ext>
            </a:extLst>
          </p:cNvPr>
          <p:cNvSpPr>
            <a:spLocks noChangeAspect="1"/>
          </p:cNvSpPr>
          <p:nvPr/>
        </p:nvSpPr>
        <p:spPr>
          <a:xfrm>
            <a:off x="2402947" y="38663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CEC4CC9-8C8B-C781-856A-2C92C7ADE41C}"/>
              </a:ext>
            </a:extLst>
          </p:cNvPr>
          <p:cNvSpPr>
            <a:spLocks noChangeAspect="1"/>
          </p:cNvSpPr>
          <p:nvPr/>
        </p:nvSpPr>
        <p:spPr>
          <a:xfrm>
            <a:off x="2631547" y="38663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75C1831-A68A-9D07-2AEF-EECDE8F34AA1}"/>
              </a:ext>
            </a:extLst>
          </p:cNvPr>
          <p:cNvSpPr>
            <a:spLocks noChangeAspect="1"/>
          </p:cNvSpPr>
          <p:nvPr/>
        </p:nvSpPr>
        <p:spPr>
          <a:xfrm>
            <a:off x="2860147" y="38663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EA14BE2-BBDA-C9D4-C801-025D6012CF14}"/>
              </a:ext>
            </a:extLst>
          </p:cNvPr>
          <p:cNvSpPr>
            <a:spLocks noChangeAspect="1"/>
          </p:cNvSpPr>
          <p:nvPr/>
        </p:nvSpPr>
        <p:spPr>
          <a:xfrm>
            <a:off x="3088747" y="38663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33D959A-C21A-4BD3-A005-EB3DE633A566}"/>
              </a:ext>
            </a:extLst>
          </p:cNvPr>
          <p:cNvSpPr>
            <a:spLocks noChangeAspect="1"/>
          </p:cNvSpPr>
          <p:nvPr/>
        </p:nvSpPr>
        <p:spPr>
          <a:xfrm>
            <a:off x="3317347" y="38663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72B142A4-9020-4E01-ACC8-8959CD0F5DB2}"/>
              </a:ext>
            </a:extLst>
          </p:cNvPr>
          <p:cNvSpPr>
            <a:spLocks noChangeAspect="1"/>
          </p:cNvSpPr>
          <p:nvPr/>
        </p:nvSpPr>
        <p:spPr>
          <a:xfrm>
            <a:off x="3545947" y="38663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65C9BB7-9F79-1D37-8EA2-F069CC7DC8B8}"/>
              </a:ext>
            </a:extLst>
          </p:cNvPr>
          <p:cNvSpPr>
            <a:spLocks noChangeAspect="1"/>
          </p:cNvSpPr>
          <p:nvPr/>
        </p:nvSpPr>
        <p:spPr>
          <a:xfrm>
            <a:off x="3774547" y="38663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FA9202B-2D9F-1C3C-651A-D9B08F227857}"/>
              </a:ext>
            </a:extLst>
          </p:cNvPr>
          <p:cNvSpPr>
            <a:spLocks noChangeAspect="1"/>
          </p:cNvSpPr>
          <p:nvPr/>
        </p:nvSpPr>
        <p:spPr>
          <a:xfrm>
            <a:off x="4003147" y="3866322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6BB456B3-6953-5CEE-3484-84047BB326EC}"/>
              </a:ext>
            </a:extLst>
          </p:cNvPr>
          <p:cNvSpPr/>
          <p:nvPr/>
        </p:nvSpPr>
        <p:spPr>
          <a:xfrm>
            <a:off x="1488547" y="1649896"/>
            <a:ext cx="2514600" cy="13716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DFABDE6F-3C34-EC09-0B80-58DFF88FB685}"/>
              </a:ext>
            </a:extLst>
          </p:cNvPr>
          <p:cNvSpPr/>
          <p:nvPr/>
        </p:nvSpPr>
        <p:spPr>
          <a:xfrm>
            <a:off x="1488547" y="1345096"/>
            <a:ext cx="2057400" cy="13716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8C62DBC0-3FF0-44FB-A4F0-F76901FF0D96}"/>
              </a:ext>
            </a:extLst>
          </p:cNvPr>
          <p:cNvSpPr/>
          <p:nvPr/>
        </p:nvSpPr>
        <p:spPr>
          <a:xfrm>
            <a:off x="1488547" y="1952020"/>
            <a:ext cx="2286000" cy="13716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9FF049DE-C9A2-1BAA-A5E3-D134B740E8F0}"/>
              </a:ext>
            </a:extLst>
          </p:cNvPr>
          <p:cNvCxnSpPr>
            <a:cxnSpLocks/>
          </p:cNvCxnSpPr>
          <p:nvPr/>
        </p:nvCxnSpPr>
        <p:spPr>
          <a:xfrm>
            <a:off x="5257800" y="2093155"/>
            <a:ext cx="25742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4541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David, Benjamin</dc:creator>
  <cp:lastModifiedBy>David, Benjamin</cp:lastModifiedBy>
  <cp:revision>1</cp:revision>
  <dcterms:created xsi:type="dcterms:W3CDTF">2026-08-15T17:32:55Z</dcterms:created>
  <dcterms:modified xsi:type="dcterms:W3CDTF">2026-08-15T17:37:48Z</dcterms:modified>
</cp:coreProperties>
</file>