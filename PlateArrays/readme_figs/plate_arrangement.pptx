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4"/>
  </p:normalViewPr>
  <p:slideViewPr>
    <p:cSldViewPr snapToGrid="0">
      <p:cViewPr varScale="1">
        <p:scale>
          <a:sx n="117" d="100"/>
          <a:sy n="117" d="100"/>
        </p:scale>
        <p:origin x="2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15C8A-0188-507B-AFFD-6DFE98A636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24FFE0-FA77-83A1-0529-2A5992D5EA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805DD-4F23-856D-8326-B02D66E0F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154F-A71B-7D48-9509-88971D68C4AE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EFEE4-BDBB-637F-D76E-80A92AB1E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26ADF-6BCF-451F-AB39-E8F681324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FD61D-AFC9-A542-99A5-F06020FF0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616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CE623-4485-067E-9F9B-A77B90CCC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8ECB6-5642-655A-297B-2E0FF1FA8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6B3C2-E118-6CA4-C030-533292EE3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154F-A71B-7D48-9509-88971D68C4AE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D6D18-3A11-C097-469F-35AC9EEDB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F7565-7EAF-8096-12CD-2FFB89487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FD61D-AFC9-A542-99A5-F06020FF0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6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BAB18-CD56-3EB3-5E38-A92FC7647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3B82FF-27E8-D14C-46A7-A2B63E1EE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71D8B-123E-E318-0E73-425856FFC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154F-A71B-7D48-9509-88971D68C4AE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E03D0-644D-1BD9-47D1-8ACC3E2D9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F13C7-3ACE-B808-AE44-0AA895308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FD61D-AFC9-A542-99A5-F06020FF0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625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0C729-2F46-7748-9522-7F12B644B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5C954-B04E-2CF9-6195-1008A80626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2E405D-CD15-7450-59BD-773AA0E71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F2C091-A418-3A62-EE87-9832ED889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154F-A71B-7D48-9509-88971D68C4AE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1B0CC-8968-9B33-771A-3020B3A6E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C9DF2-EF60-47E5-227C-D123977FC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FD61D-AFC9-A542-99A5-F06020FF0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730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E54C4-5F38-95B1-A6D4-D6FED7355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7589C4-257C-96D8-5070-BB1F596BF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0C933F-42DF-39BB-556C-99846EB1B1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A70401-5EF2-1091-16E5-70489B3040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1B3009-CF7F-E03B-0A2F-7D1E262A76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F39C62-747C-139A-076B-3C8DA052D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154F-A71B-7D48-9509-88971D68C4AE}" type="datetimeFigureOut">
              <a:rPr lang="en-US" smtClean="0"/>
              <a:t>10/8/25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BFEE51-7A2D-6DD8-7000-F10200DA4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3D0DFB-2344-731F-A49A-E4AAC303F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FD61D-AFC9-A542-99A5-F06020FF0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75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1001B-3F1F-0F86-367A-FE197B7C4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CFD38A-272D-77FC-A08F-44D7EC3B9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154F-A71B-7D48-9509-88971D68C4AE}" type="datetimeFigureOut">
              <a:rPr lang="en-US" smtClean="0"/>
              <a:t>10/8/25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524D56-AC20-5751-1CC5-A7CBB3E3F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68740B-768C-C41E-9738-71C4C1FA7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FD61D-AFC9-A542-99A5-F06020FF0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734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53E8E3-9E37-4F28-4F62-927AE6242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154F-A71B-7D48-9509-88971D68C4AE}" type="datetimeFigureOut">
              <a:rPr lang="en-US" smtClean="0"/>
              <a:t>10/8/25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0D02D0-A622-10F3-9048-5A075A3C6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05383-B61A-55F7-D350-716E30415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FD61D-AFC9-A542-99A5-F06020FF0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882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0B66A-1354-84E3-5775-D5DC5644F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B6301-F3E3-1AEE-C91E-94EC72FEA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095CC6-26B0-DDEE-B5D8-DD0BCA324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208822-E4CF-FA75-17A4-1D63FA9B0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154F-A71B-7D48-9509-88971D68C4AE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B9A501-2E0D-D762-E52E-B94D9F519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BC436-1DE8-55F2-20B4-EC21D1B38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FD61D-AFC9-A542-99A5-F06020FF0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89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29251-0CDB-2FEB-2C80-F9361BD2F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B588A8-36BE-E8E2-4CDE-1100960ECF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4B9C28-EB0E-256A-3488-A3E7D375F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BA6D21-0F11-1E6A-FD04-994177A88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154F-A71B-7D48-9509-88971D68C4AE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1779CB-7A82-5389-9AE4-1CA7523AB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855959-8107-39F9-3415-A30A79F75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FD61D-AFC9-A542-99A5-F06020FF0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851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32E0A-3C66-1C25-3C71-4E2C8ACD1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4DBCBB-904C-A083-2E45-36C89EA59C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B7768-3D93-4415-47C6-3B26B68C4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154F-A71B-7D48-9509-88971D68C4AE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B4719-BA74-0E63-70AA-47D3F994A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32449-6884-E6E1-16C5-148E6856B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FD61D-AFC9-A542-99A5-F06020FF0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892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CD4CAA-75E0-08CD-7538-07D697496D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0B3A27-4BDA-AC45-6D58-D5E7F507E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38D09-771C-4C10-641A-D19034A1C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154F-A71B-7D48-9509-88971D68C4AE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E8D05-948E-7240-63E5-761092883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66322-939F-9EB0-B7F3-E355FCE61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FD61D-AFC9-A542-99A5-F06020FF0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42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113C2E-DEE0-3490-7517-F8B1E7CDE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C9A96-6C7E-B57C-07F2-D011C50CC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488E7-B776-EC29-74A3-86112D2662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AD154F-A71B-7D48-9509-88971D68C4AE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2CA29-38FD-79B0-6ADD-C7268472FF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83FA0-DD5E-7F00-1F32-A8630D23A5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BFD61D-AFC9-A542-99A5-F06020FF0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23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id of squares with red and blue squares&#10;&#10;AI-generated content may be incorrect.">
            <a:extLst>
              <a:ext uri="{FF2B5EF4-FFF2-40B4-BE49-F238E27FC236}">
                <a16:creationId xmlns:a16="http://schemas.microsoft.com/office/drawing/2014/main" id="{429E8D35-0034-9B7A-B7B7-FD7FD0237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914" y="729343"/>
            <a:ext cx="2743200" cy="1828800"/>
          </a:xfrm>
          <a:prstGeom prst="rect">
            <a:avLst/>
          </a:prstGeom>
        </p:spPr>
      </p:pic>
      <p:pic>
        <p:nvPicPr>
          <p:cNvPr id="7" name="Picture 6" descr="A grid of squares with numbers&#10;&#10;AI-generated content may be incorrect.">
            <a:extLst>
              <a:ext uri="{FF2B5EF4-FFF2-40B4-BE49-F238E27FC236}">
                <a16:creationId xmlns:a16="http://schemas.microsoft.com/office/drawing/2014/main" id="{8B3767AE-899F-EF89-785B-9C01D8FF4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914" y="2842986"/>
            <a:ext cx="2743200" cy="1828800"/>
          </a:xfrm>
          <a:prstGeom prst="rect">
            <a:avLst/>
          </a:prstGeom>
        </p:spPr>
      </p:pic>
      <p:pic>
        <p:nvPicPr>
          <p:cNvPr id="9" name="Picture 8" descr="A grid with red and blue squares&#10;&#10;AI-generated content may be incorrect.">
            <a:extLst>
              <a:ext uri="{FF2B5EF4-FFF2-40B4-BE49-F238E27FC236}">
                <a16:creationId xmlns:a16="http://schemas.microsoft.com/office/drawing/2014/main" id="{8C3FFDE8-551C-F17F-56DE-E0B99F2125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1914" y="4956629"/>
            <a:ext cx="2743200" cy="1828800"/>
          </a:xfrm>
          <a:prstGeom prst="rect">
            <a:avLst/>
          </a:prstGeom>
        </p:spPr>
      </p:pic>
      <p:pic>
        <p:nvPicPr>
          <p:cNvPr id="11" name="Picture 10" descr="A grid of squares with numbers&#10;&#10;AI-generated content may be incorrect.">
            <a:extLst>
              <a:ext uri="{FF2B5EF4-FFF2-40B4-BE49-F238E27FC236}">
                <a16:creationId xmlns:a16="http://schemas.microsoft.com/office/drawing/2014/main" id="{448610AE-E8BC-759A-9B27-281343663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428" y="729343"/>
            <a:ext cx="2743200" cy="1828800"/>
          </a:xfrm>
          <a:prstGeom prst="rect">
            <a:avLst/>
          </a:prstGeom>
        </p:spPr>
      </p:pic>
      <p:pic>
        <p:nvPicPr>
          <p:cNvPr id="13" name="Picture 12" descr="A grid of red and blue squares&#10;&#10;AI-generated content may be incorrect.">
            <a:extLst>
              <a:ext uri="{FF2B5EF4-FFF2-40B4-BE49-F238E27FC236}">
                <a16:creationId xmlns:a16="http://schemas.microsoft.com/office/drawing/2014/main" id="{2AF5DF4E-926E-6DF6-7141-CBBCA5364A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4428" y="2842986"/>
            <a:ext cx="2743200" cy="1828800"/>
          </a:xfrm>
          <a:prstGeom prst="rect">
            <a:avLst/>
          </a:prstGeom>
        </p:spPr>
      </p:pic>
      <p:pic>
        <p:nvPicPr>
          <p:cNvPr id="15" name="Picture 14" descr="A grid of squares with numbers&#10;&#10;AI-generated content may be incorrect.">
            <a:extLst>
              <a:ext uri="{FF2B5EF4-FFF2-40B4-BE49-F238E27FC236}">
                <a16:creationId xmlns:a16="http://schemas.microsoft.com/office/drawing/2014/main" id="{693BCA46-5B60-4486-E616-3A142216A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428" y="4956629"/>
            <a:ext cx="2743200" cy="18288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5C2E978-A0A5-8CDE-762D-5A3A03A69D14}"/>
              </a:ext>
            </a:extLst>
          </p:cNvPr>
          <p:cNvSpPr txBox="1"/>
          <p:nvPr/>
        </p:nvSpPr>
        <p:spPr>
          <a:xfrm>
            <a:off x="2587171" y="259834"/>
            <a:ext cx="1712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Experiment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E76CAC-62C4-E523-5614-48DD79B2B2D4}"/>
              </a:ext>
            </a:extLst>
          </p:cNvPr>
          <p:cNvSpPr txBox="1"/>
          <p:nvPr/>
        </p:nvSpPr>
        <p:spPr>
          <a:xfrm>
            <a:off x="5649685" y="279791"/>
            <a:ext cx="1712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Experiment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27A4C0-1BE9-0D93-B58A-31A345A90226}"/>
              </a:ext>
            </a:extLst>
          </p:cNvPr>
          <p:cNvSpPr txBox="1"/>
          <p:nvPr/>
        </p:nvSpPr>
        <p:spPr>
          <a:xfrm>
            <a:off x="359229" y="1459077"/>
            <a:ext cx="1712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Plate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831D61-8A96-7A72-AD01-DA3ADE800EE0}"/>
              </a:ext>
            </a:extLst>
          </p:cNvPr>
          <p:cNvSpPr txBox="1"/>
          <p:nvPr/>
        </p:nvSpPr>
        <p:spPr>
          <a:xfrm>
            <a:off x="359228" y="3568255"/>
            <a:ext cx="1712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Plate 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33565E-38EA-A236-10D0-8CE31DAB3C9E}"/>
              </a:ext>
            </a:extLst>
          </p:cNvPr>
          <p:cNvSpPr txBox="1"/>
          <p:nvPr/>
        </p:nvSpPr>
        <p:spPr>
          <a:xfrm>
            <a:off x="359228" y="5663897"/>
            <a:ext cx="1712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Plate 3</a:t>
            </a:r>
          </a:p>
        </p:txBody>
      </p:sp>
    </p:spTree>
    <p:extLst>
      <p:ext uri="{BB962C8B-B14F-4D97-AF65-F5344CB8AC3E}">
        <p14:creationId xmlns:p14="http://schemas.microsoft.com/office/powerpoint/2010/main" val="4273401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David, Benjamin</dc:creator>
  <cp:lastModifiedBy>David, Benjamin</cp:lastModifiedBy>
  <cp:revision>1</cp:revision>
  <dcterms:created xsi:type="dcterms:W3CDTF">2025-10-08T20:58:33Z</dcterms:created>
  <dcterms:modified xsi:type="dcterms:W3CDTF">2025-10-08T21:10:45Z</dcterms:modified>
</cp:coreProperties>
</file>